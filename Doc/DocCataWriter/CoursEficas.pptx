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50" r:id="rId2"/>
    <p:sldMasterId id="2147483674" r:id="rId3"/>
  </p:sldMasterIdLst>
  <p:notesMasterIdLst>
    <p:notesMasterId r:id="rId20"/>
  </p:notesMasterIdLst>
  <p:sldIdLst>
    <p:sldId id="308" r:id="rId4"/>
    <p:sldId id="382" r:id="rId5"/>
    <p:sldId id="381" r:id="rId6"/>
    <p:sldId id="383" r:id="rId7"/>
    <p:sldId id="384" r:id="rId8"/>
    <p:sldId id="327" r:id="rId9"/>
    <p:sldId id="328" r:id="rId10"/>
    <p:sldId id="337" r:id="rId11"/>
    <p:sldId id="329" r:id="rId12"/>
    <p:sldId id="344" r:id="rId13"/>
    <p:sldId id="343" r:id="rId14"/>
    <p:sldId id="346" r:id="rId15"/>
    <p:sldId id="342" r:id="rId16"/>
    <p:sldId id="347" r:id="rId17"/>
    <p:sldId id="313" r:id="rId18"/>
    <p:sldId id="340" r:id="rId19"/>
  </p:sldIdLst>
  <p:sldSz cx="9144000" cy="6858000" type="screen4x3"/>
  <p:notesSz cx="7559675" cy="10691813"/>
  <p:defaultTextStyle>
    <a:defPPr>
      <a:defRPr lang="en-GB"/>
    </a:defPPr>
    <a:lvl1pPr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51900"/>
    <a:srgbClr val="ADADEB"/>
    <a:srgbClr val="DADAF6"/>
    <a:srgbClr val="0070C0"/>
    <a:srgbClr val="BAE6FF"/>
    <a:srgbClr val="8FDFFF"/>
    <a:srgbClr val="E7F6FF"/>
    <a:srgbClr val="EEFFCC"/>
    <a:srgbClr val="F1F2DA"/>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2F4DEF-C184-43A5-A413-A8FBF2991739}" v="470" dt="2020-08-24T14:21:28.842"/>
    <p1510:client id="{2A34DBEA-E519-4787-7EF2-B95D9AA504B8}" v="8" dt="2020-08-27T12:14:54.624"/>
    <p1510:client id="{899445CB-04F0-41EF-9E76-E679D0030C7A}" v="103" dt="2020-08-24T14:16:53.119"/>
    <p1510:client id="{985CB2AE-32BC-4A8D-893B-67D56D853B39}" v="205" dt="2020-08-25T15:06:05.674"/>
    <p1510:client id="{C0104E80-543F-43A0-2E21-3E83EE2BE64E}" v="3" dt="2020-08-27T08:41:10.949"/>
    <p1510:client id="{C6945E7A-FAB2-468E-8F0B-2FFEC5FACB15}" v="18" dt="2020-08-25T07:30:17.175"/>
    <p1510:client id="{E858F8E6-2121-451B-B290-E84E7A832607}" v="24" dt="2020-08-25T14:35:34.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43" autoAdjust="0"/>
    <p:restoredTop sz="94660" autoAdjust="0"/>
  </p:normalViewPr>
  <p:slideViewPr>
    <p:cSldViewPr snapToGrid="0">
      <p:cViewPr varScale="1">
        <p:scale>
          <a:sx n="82" d="100"/>
          <a:sy n="82" d="100"/>
        </p:scale>
        <p:origin x="1704"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3"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YOLLE Eric" userId="S::eric.fayolle@edf.fr::eb4260e9-6060-4c0b-922d-c72c0c6afe3e" providerId="AD" clId="Web-{252F4DEF-C184-43A5-A413-A8FBF2991739}"/>
    <pc:docChg chg="modSld">
      <pc:chgData name="FAYOLLE Eric" userId="S::eric.fayolle@edf.fr::eb4260e9-6060-4c0b-922d-c72c0c6afe3e" providerId="AD" clId="Web-{252F4DEF-C184-43A5-A413-A8FBF2991739}" dt="2020-08-24T14:21:28.842" v="466" actId="14100"/>
      <pc:docMkLst>
        <pc:docMk/>
      </pc:docMkLst>
      <pc:sldChg chg="modSp">
        <pc:chgData name="FAYOLLE Eric" userId="S::eric.fayolle@edf.fr::eb4260e9-6060-4c0b-922d-c72c0c6afe3e" providerId="AD" clId="Web-{252F4DEF-C184-43A5-A413-A8FBF2991739}" dt="2020-08-24T13:56:56.864" v="106" actId="20577"/>
        <pc:sldMkLst>
          <pc:docMk/>
          <pc:sldMk cId="0" sldId="257"/>
        </pc:sldMkLst>
        <pc:spChg chg="mod">
          <ac:chgData name="FAYOLLE Eric" userId="S::eric.fayolle@edf.fr::eb4260e9-6060-4c0b-922d-c72c0c6afe3e" providerId="AD" clId="Web-{252F4DEF-C184-43A5-A413-A8FBF2991739}" dt="2020-08-24T13:56:56.864" v="106" actId="20577"/>
          <ac:spMkLst>
            <pc:docMk/>
            <pc:sldMk cId="0" sldId="257"/>
            <ac:spMk id="16389" creationId="{00000000-0000-0000-0000-000000000000}"/>
          </ac:spMkLst>
        </pc:spChg>
      </pc:sldChg>
      <pc:sldChg chg="modSp">
        <pc:chgData name="FAYOLLE Eric" userId="S::eric.fayolle@edf.fr::eb4260e9-6060-4c0b-922d-c72c0c6afe3e" providerId="AD" clId="Web-{252F4DEF-C184-43A5-A413-A8FBF2991739}" dt="2020-08-24T13:55:35.644" v="75" actId="20577"/>
        <pc:sldMkLst>
          <pc:docMk/>
          <pc:sldMk cId="0" sldId="265"/>
        </pc:sldMkLst>
        <pc:spChg chg="mod">
          <ac:chgData name="FAYOLLE Eric" userId="S::eric.fayolle@edf.fr::eb4260e9-6060-4c0b-922d-c72c0c6afe3e" providerId="AD" clId="Web-{252F4DEF-C184-43A5-A413-A8FBF2991739}" dt="2020-08-24T13:55:35.644" v="75" actId="20577"/>
          <ac:spMkLst>
            <pc:docMk/>
            <pc:sldMk cId="0" sldId="265"/>
            <ac:spMk id="6147" creationId="{00000000-0000-0000-0000-000000000000}"/>
          </ac:spMkLst>
        </pc:spChg>
      </pc:sldChg>
      <pc:sldChg chg="modSp">
        <pc:chgData name="FAYOLLE Eric" userId="S::eric.fayolle@edf.fr::eb4260e9-6060-4c0b-922d-c72c0c6afe3e" providerId="AD" clId="Web-{252F4DEF-C184-43A5-A413-A8FBF2991739}" dt="2020-08-24T14:12:33.520" v="419" actId="20577"/>
        <pc:sldMkLst>
          <pc:docMk/>
          <pc:sldMk cId="2225221604" sldId="309"/>
        </pc:sldMkLst>
        <pc:spChg chg="mod">
          <ac:chgData name="FAYOLLE Eric" userId="S::eric.fayolle@edf.fr::eb4260e9-6060-4c0b-922d-c72c0c6afe3e" providerId="AD" clId="Web-{252F4DEF-C184-43A5-A413-A8FBF2991739}" dt="2020-08-24T14:12:33.520" v="419" actId="20577"/>
          <ac:spMkLst>
            <pc:docMk/>
            <pc:sldMk cId="2225221604" sldId="309"/>
            <ac:spMk id="6147" creationId="{00000000-0000-0000-0000-000000000000}"/>
          </ac:spMkLst>
        </pc:spChg>
      </pc:sldChg>
      <pc:sldChg chg="modSp">
        <pc:chgData name="FAYOLLE Eric" userId="S::eric.fayolle@edf.fr::eb4260e9-6060-4c0b-922d-c72c0c6afe3e" providerId="AD" clId="Web-{252F4DEF-C184-43A5-A413-A8FBF2991739}" dt="2020-08-24T14:15:48.711" v="432" actId="20577"/>
        <pc:sldMkLst>
          <pc:docMk/>
          <pc:sldMk cId="2646412910" sldId="310"/>
        </pc:sldMkLst>
        <pc:spChg chg="mod">
          <ac:chgData name="FAYOLLE Eric" userId="S::eric.fayolle@edf.fr::eb4260e9-6060-4c0b-922d-c72c0c6afe3e" providerId="AD" clId="Web-{252F4DEF-C184-43A5-A413-A8FBF2991739}" dt="2020-08-24T14:15:48.711" v="432" actId="20577"/>
          <ac:spMkLst>
            <pc:docMk/>
            <pc:sldMk cId="2646412910" sldId="310"/>
            <ac:spMk id="8194" creationId="{00000000-0000-0000-0000-000000000000}"/>
          </ac:spMkLst>
        </pc:spChg>
      </pc:sldChg>
      <pc:sldChg chg="modSp">
        <pc:chgData name="FAYOLLE Eric" userId="S::eric.fayolle@edf.fr::eb4260e9-6060-4c0b-922d-c72c0c6afe3e" providerId="AD" clId="Web-{252F4DEF-C184-43A5-A413-A8FBF2991739}" dt="2020-08-24T14:20:55.904" v="465" actId="20577"/>
        <pc:sldMkLst>
          <pc:docMk/>
          <pc:sldMk cId="554761310" sldId="311"/>
        </pc:sldMkLst>
        <pc:spChg chg="mod">
          <ac:chgData name="FAYOLLE Eric" userId="S::eric.fayolle@edf.fr::eb4260e9-6060-4c0b-922d-c72c0c6afe3e" providerId="AD" clId="Web-{252F4DEF-C184-43A5-A413-A8FBF2991739}" dt="2020-08-24T14:20:55.904" v="465" actId="20577"/>
          <ac:spMkLst>
            <pc:docMk/>
            <pc:sldMk cId="554761310" sldId="311"/>
            <ac:spMk id="6147" creationId="{00000000-0000-0000-0000-000000000000}"/>
          </ac:spMkLst>
        </pc:spChg>
      </pc:sldChg>
      <pc:sldChg chg="modSp">
        <pc:chgData name="FAYOLLE Eric" userId="S::eric.fayolle@edf.fr::eb4260e9-6060-4c0b-922d-c72c0c6afe3e" providerId="AD" clId="Web-{252F4DEF-C184-43A5-A413-A8FBF2991739}" dt="2020-08-24T14:21:28.842" v="466" actId="14100"/>
        <pc:sldMkLst>
          <pc:docMk/>
          <pc:sldMk cId="2840274023" sldId="313"/>
        </pc:sldMkLst>
        <pc:spChg chg="mod">
          <ac:chgData name="FAYOLLE Eric" userId="S::eric.fayolle@edf.fr::eb4260e9-6060-4c0b-922d-c72c0c6afe3e" providerId="AD" clId="Web-{252F4DEF-C184-43A5-A413-A8FBF2991739}" dt="2020-08-24T14:21:28.842" v="466" actId="14100"/>
          <ac:spMkLst>
            <pc:docMk/>
            <pc:sldMk cId="2840274023" sldId="313"/>
            <ac:spMk id="65" creationId="{00000000-0000-0000-0000-000000000000}"/>
          </ac:spMkLst>
        </pc:spChg>
      </pc:sldChg>
      <pc:sldChg chg="modSp">
        <pc:chgData name="FAYOLLE Eric" userId="S::eric.fayolle@edf.fr::eb4260e9-6060-4c0b-922d-c72c0c6afe3e" providerId="AD" clId="Web-{252F4DEF-C184-43A5-A413-A8FBF2991739}" dt="2020-08-24T14:15:31.227" v="425" actId="20577"/>
        <pc:sldMkLst>
          <pc:docMk/>
          <pc:sldMk cId="512479267" sldId="314"/>
        </pc:sldMkLst>
        <pc:spChg chg="mod">
          <ac:chgData name="FAYOLLE Eric" userId="S::eric.fayolle@edf.fr::eb4260e9-6060-4c0b-922d-c72c0c6afe3e" providerId="AD" clId="Web-{252F4DEF-C184-43A5-A413-A8FBF2991739}" dt="2020-08-24T14:15:31.227" v="425" actId="20577"/>
          <ac:spMkLst>
            <pc:docMk/>
            <pc:sldMk cId="512479267" sldId="314"/>
            <ac:spMk id="18435" creationId="{00000000-0000-0000-0000-000000000000}"/>
          </ac:spMkLst>
        </pc:spChg>
      </pc:sldChg>
    </pc:docChg>
  </pc:docChgLst>
  <pc:docChgLst>
    <pc:chgData name="NOYRET Pascale" userId="S::pascale.noyret@edf.fr::7c6b93f9-8085-44fb-a784-ff9be5b7a1bc" providerId="AD" clId="Web-{C6945E7A-FAB2-468E-8F0B-2FFEC5FACB15}"/>
    <pc:docChg chg="addSld delSld modSld sldOrd">
      <pc:chgData name="NOYRET Pascale" userId="S::pascale.noyret@edf.fr::7c6b93f9-8085-44fb-a784-ff9be5b7a1bc" providerId="AD" clId="Web-{C6945E7A-FAB2-468E-8F0B-2FFEC5FACB15}" dt="2020-08-25T07:30:17.143" v="16" actId="1076"/>
      <pc:docMkLst>
        <pc:docMk/>
      </pc:docMkLst>
      <pc:sldChg chg="ord">
        <pc:chgData name="NOYRET Pascale" userId="S::pascale.noyret@edf.fr::7c6b93f9-8085-44fb-a784-ff9be5b7a1bc" providerId="AD" clId="Web-{C6945E7A-FAB2-468E-8F0B-2FFEC5FACB15}" dt="2020-08-25T07:28:40.238" v="1"/>
        <pc:sldMkLst>
          <pc:docMk/>
          <pc:sldMk cId="1473577521" sldId="315"/>
        </pc:sldMkLst>
      </pc:sldChg>
      <pc:sldChg chg="delSp modSp">
        <pc:chgData name="NOYRET Pascale" userId="S::pascale.noyret@edf.fr::7c6b93f9-8085-44fb-a784-ff9be5b7a1bc" providerId="AD" clId="Web-{C6945E7A-FAB2-468E-8F0B-2FFEC5FACB15}" dt="2020-08-25T07:30:17.143" v="16" actId="1076"/>
        <pc:sldMkLst>
          <pc:docMk/>
          <pc:sldMk cId="207752666" sldId="326"/>
        </pc:sldMkLst>
        <pc:spChg chg="mod">
          <ac:chgData name="NOYRET Pascale" userId="S::pascale.noyret@edf.fr::7c6b93f9-8085-44fb-a784-ff9be5b7a1bc" providerId="AD" clId="Web-{C6945E7A-FAB2-468E-8F0B-2FFEC5FACB15}" dt="2020-08-25T07:28:49.612" v="3" actId="20577"/>
          <ac:spMkLst>
            <pc:docMk/>
            <pc:sldMk cId="207752666" sldId="326"/>
            <ac:spMk id="16" creationId="{00000000-0000-0000-0000-000000000000}"/>
          </ac:spMkLst>
        </pc:spChg>
        <pc:spChg chg="mod">
          <ac:chgData name="NOYRET Pascale" userId="S::pascale.noyret@edf.fr::7c6b93f9-8085-44fb-a784-ff9be5b7a1bc" providerId="AD" clId="Web-{C6945E7A-FAB2-468E-8F0B-2FFEC5FACB15}" dt="2020-08-25T07:30:17.143" v="16" actId="1076"/>
          <ac:spMkLst>
            <pc:docMk/>
            <pc:sldMk cId="207752666" sldId="326"/>
            <ac:spMk id="18" creationId="{00000000-0000-0000-0000-000000000000}"/>
          </ac:spMkLst>
        </pc:spChg>
        <pc:spChg chg="del mod">
          <ac:chgData name="NOYRET Pascale" userId="S::pascale.noyret@edf.fr::7c6b93f9-8085-44fb-a784-ff9be5b7a1bc" providerId="AD" clId="Web-{C6945E7A-FAB2-468E-8F0B-2FFEC5FACB15}" dt="2020-08-25T07:28:55.566" v="8"/>
          <ac:spMkLst>
            <pc:docMk/>
            <pc:sldMk cId="207752666" sldId="326"/>
            <ac:spMk id="28" creationId="{00000000-0000-0000-0000-000000000000}"/>
          </ac:spMkLst>
        </pc:spChg>
        <pc:grpChg chg="mod">
          <ac:chgData name="NOYRET Pascale" userId="S::pascale.noyret@edf.fr::7c6b93f9-8085-44fb-a784-ff9be5b7a1bc" providerId="AD" clId="Web-{C6945E7A-FAB2-468E-8F0B-2FFEC5FACB15}" dt="2020-08-25T07:29:09.878" v="10" actId="1076"/>
          <ac:grpSpMkLst>
            <pc:docMk/>
            <pc:sldMk cId="207752666" sldId="326"/>
            <ac:grpSpMk id="17" creationId="{00000000-0000-0000-0000-000000000000}"/>
          </ac:grpSpMkLst>
        </pc:grpChg>
      </pc:sldChg>
      <pc:sldChg chg="add replId">
        <pc:chgData name="NOYRET Pascale" userId="S::pascale.noyret@edf.fr::7c6b93f9-8085-44fb-a784-ff9be5b7a1bc" providerId="AD" clId="Web-{C6945E7A-FAB2-468E-8F0B-2FFEC5FACB15}" dt="2020-08-25T07:28:29.441" v="0"/>
        <pc:sldMkLst>
          <pc:docMk/>
          <pc:sldMk cId="862152267" sldId="335"/>
        </pc:sldMkLst>
      </pc:sldChg>
      <pc:sldChg chg="add del replId">
        <pc:chgData name="NOYRET Pascale" userId="S::pascale.noyret@edf.fr::7c6b93f9-8085-44fb-a784-ff9be5b7a1bc" providerId="AD" clId="Web-{C6945E7A-FAB2-468E-8F0B-2FFEC5FACB15}" dt="2020-08-25T07:29:58.597" v="14"/>
        <pc:sldMkLst>
          <pc:docMk/>
          <pc:sldMk cId="3661346670" sldId="336"/>
        </pc:sldMkLst>
      </pc:sldChg>
      <pc:sldChg chg="add del replId">
        <pc:chgData name="NOYRET Pascale" userId="S::pascale.noyret@edf.fr::7c6b93f9-8085-44fb-a784-ff9be5b7a1bc" providerId="AD" clId="Web-{C6945E7A-FAB2-468E-8F0B-2FFEC5FACB15}" dt="2020-08-25T07:29:54.175" v="13"/>
        <pc:sldMkLst>
          <pc:docMk/>
          <pc:sldMk cId="1531465760" sldId="337"/>
        </pc:sldMkLst>
      </pc:sldChg>
    </pc:docChg>
  </pc:docChgLst>
  <pc:docChgLst>
    <pc:chgData name="FAYOLLE Eric" userId="S::eric.fayolle@edf.fr::eb4260e9-6060-4c0b-922d-c72c0c6afe3e" providerId="AD" clId="Web-{E858F8E6-2121-451B-B290-E84E7A832607}"/>
    <pc:docChg chg="modSld">
      <pc:chgData name="FAYOLLE Eric" userId="S::eric.fayolle@edf.fr::eb4260e9-6060-4c0b-922d-c72c0c6afe3e" providerId="AD" clId="Web-{E858F8E6-2121-451B-B290-E84E7A832607}" dt="2020-08-25T14:35:34.868" v="21" actId="14100"/>
      <pc:docMkLst>
        <pc:docMk/>
      </pc:docMkLst>
      <pc:sldChg chg="modSp">
        <pc:chgData name="FAYOLLE Eric" userId="S::eric.fayolle@edf.fr::eb4260e9-6060-4c0b-922d-c72c0c6afe3e" providerId="AD" clId="Web-{E858F8E6-2121-451B-B290-E84E7A832607}" dt="2020-08-25T14:34:35.054" v="19" actId="20577"/>
        <pc:sldMkLst>
          <pc:docMk/>
          <pc:sldMk cId="2969051749" sldId="327"/>
        </pc:sldMkLst>
        <pc:spChg chg="mod">
          <ac:chgData name="FAYOLLE Eric" userId="S::eric.fayolle@edf.fr::eb4260e9-6060-4c0b-922d-c72c0c6afe3e" providerId="AD" clId="Web-{E858F8E6-2121-451B-B290-E84E7A832607}" dt="2020-08-25T14:34:35.054" v="19" actId="20577"/>
          <ac:spMkLst>
            <pc:docMk/>
            <pc:sldMk cId="2969051749" sldId="327"/>
            <ac:spMk id="10" creationId="{00000000-0000-0000-0000-000000000000}"/>
          </ac:spMkLst>
        </pc:spChg>
      </pc:sldChg>
      <pc:sldChg chg="modSp">
        <pc:chgData name="FAYOLLE Eric" userId="S::eric.fayolle@edf.fr::eb4260e9-6060-4c0b-922d-c72c0c6afe3e" providerId="AD" clId="Web-{E858F8E6-2121-451B-B290-E84E7A832607}" dt="2020-08-25T14:35:34.868" v="21" actId="14100"/>
        <pc:sldMkLst>
          <pc:docMk/>
          <pc:sldMk cId="929971369" sldId="329"/>
        </pc:sldMkLst>
        <pc:spChg chg="mod">
          <ac:chgData name="FAYOLLE Eric" userId="S::eric.fayolle@edf.fr::eb4260e9-6060-4c0b-922d-c72c0c6afe3e" providerId="AD" clId="Web-{E858F8E6-2121-451B-B290-E84E7A832607}" dt="2020-08-25T14:35:34.868" v="21" actId="14100"/>
          <ac:spMkLst>
            <pc:docMk/>
            <pc:sldMk cId="929971369" sldId="329"/>
            <ac:spMk id="5" creationId="{00000000-0000-0000-0000-000000000000}"/>
          </ac:spMkLst>
        </pc:spChg>
      </pc:sldChg>
      <pc:sldChg chg="modSp">
        <pc:chgData name="FAYOLLE Eric" userId="S::eric.fayolle@edf.fr::eb4260e9-6060-4c0b-922d-c72c0c6afe3e" providerId="AD" clId="Web-{E858F8E6-2121-451B-B290-E84E7A832607}" dt="2020-08-25T14:31:56.314" v="7" actId="20577"/>
        <pc:sldMkLst>
          <pc:docMk/>
          <pc:sldMk cId="862152267" sldId="335"/>
        </pc:sldMkLst>
        <pc:spChg chg="mod">
          <ac:chgData name="FAYOLLE Eric" userId="S::eric.fayolle@edf.fr::eb4260e9-6060-4c0b-922d-c72c0c6afe3e" providerId="AD" clId="Web-{E858F8E6-2121-451B-B290-E84E7A832607}" dt="2020-08-25T14:31:56.314" v="7" actId="20577"/>
          <ac:spMkLst>
            <pc:docMk/>
            <pc:sldMk cId="862152267" sldId="335"/>
            <ac:spMk id="9" creationId="{00000000-0000-0000-0000-000000000000}"/>
          </ac:spMkLst>
        </pc:spChg>
      </pc:sldChg>
    </pc:docChg>
  </pc:docChgLst>
  <pc:docChgLst>
    <pc:chgData name="NOYRET Pascale" userId="S::pascale.noyret@edf.fr::7c6b93f9-8085-44fb-a784-ff9be5b7a1bc" providerId="AD" clId="Web-{C0104E80-543F-43A0-2E21-3E83EE2BE64E}"/>
    <pc:docChg chg="modSld">
      <pc:chgData name="NOYRET Pascale" userId="S::pascale.noyret@edf.fr::7c6b93f9-8085-44fb-a784-ff9be5b7a1bc" providerId="AD" clId="Web-{C0104E80-543F-43A0-2E21-3E83EE2BE64E}" dt="2020-08-27T08:41:06.965" v="1" actId="1076"/>
      <pc:docMkLst>
        <pc:docMk/>
      </pc:docMkLst>
      <pc:sldChg chg="modSp">
        <pc:chgData name="NOYRET Pascale" userId="S::pascale.noyret@edf.fr::7c6b93f9-8085-44fb-a784-ff9be5b7a1bc" providerId="AD" clId="Web-{C0104E80-543F-43A0-2E21-3E83EE2BE64E}" dt="2020-08-27T08:41:06.965" v="1" actId="1076"/>
        <pc:sldMkLst>
          <pc:docMk/>
          <pc:sldMk cId="3529088607" sldId="342"/>
        </pc:sldMkLst>
        <pc:spChg chg="mod">
          <ac:chgData name="NOYRET Pascale" userId="S::pascale.noyret@edf.fr::7c6b93f9-8085-44fb-a784-ff9be5b7a1bc" providerId="AD" clId="Web-{C0104E80-543F-43A0-2E21-3E83EE2BE64E}" dt="2020-08-27T08:41:06.965" v="1" actId="1076"/>
          <ac:spMkLst>
            <pc:docMk/>
            <pc:sldMk cId="3529088607" sldId="342"/>
            <ac:spMk id="10" creationId="{00000000-0000-0000-0000-000000000000}"/>
          </ac:spMkLst>
        </pc:spChg>
      </pc:sldChg>
    </pc:docChg>
  </pc:docChgLst>
  <pc:docChgLst>
    <pc:chgData name="FAYOLLE Eric" userId="S::eric.fayolle@edf.fr::eb4260e9-6060-4c0b-922d-c72c0c6afe3e" providerId="AD" clId="Web-{985CB2AE-32BC-4A8D-893B-67D56D853B39}"/>
    <pc:docChg chg="modSld">
      <pc:chgData name="FAYOLLE Eric" userId="S::eric.fayolle@edf.fr::eb4260e9-6060-4c0b-922d-c72c0c6afe3e" providerId="AD" clId="Web-{985CB2AE-32BC-4A8D-893B-67D56D853B39}" dt="2020-08-25T15:06:04.799" v="202" actId="20577"/>
      <pc:docMkLst>
        <pc:docMk/>
      </pc:docMkLst>
      <pc:sldChg chg="modSp">
        <pc:chgData name="FAYOLLE Eric" userId="S::eric.fayolle@edf.fr::eb4260e9-6060-4c0b-922d-c72c0c6afe3e" providerId="AD" clId="Web-{985CB2AE-32BC-4A8D-893B-67D56D853B39}" dt="2020-08-25T15:06:02.424" v="201" actId="20577"/>
        <pc:sldMkLst>
          <pc:docMk/>
          <pc:sldMk cId="862152267" sldId="335"/>
        </pc:sldMkLst>
        <pc:spChg chg="mod">
          <ac:chgData name="FAYOLLE Eric" userId="S::eric.fayolle@edf.fr::eb4260e9-6060-4c0b-922d-c72c0c6afe3e" providerId="AD" clId="Web-{985CB2AE-32BC-4A8D-893B-67D56D853B39}" dt="2020-08-25T15:06:02.424" v="201" actId="20577"/>
          <ac:spMkLst>
            <pc:docMk/>
            <pc:sldMk cId="862152267" sldId="335"/>
            <ac:spMk id="9" creationId="{00000000-0000-0000-0000-000000000000}"/>
          </ac:spMkLst>
        </pc:spChg>
      </pc:sldChg>
      <pc:sldChg chg="modSp">
        <pc:chgData name="FAYOLLE Eric" userId="S::eric.fayolle@edf.fr::eb4260e9-6060-4c0b-922d-c72c0c6afe3e" providerId="AD" clId="Web-{985CB2AE-32BC-4A8D-893B-67D56D853B39}" dt="2020-08-25T15:02:08.918" v="2" actId="20577"/>
        <pc:sldMkLst>
          <pc:docMk/>
          <pc:sldMk cId="4074772204" sldId="337"/>
        </pc:sldMkLst>
        <pc:spChg chg="mod">
          <ac:chgData name="FAYOLLE Eric" userId="S::eric.fayolle@edf.fr::eb4260e9-6060-4c0b-922d-c72c0c6afe3e" providerId="AD" clId="Web-{985CB2AE-32BC-4A8D-893B-67D56D853B39}" dt="2020-08-25T15:02:08.918" v="2" actId="20577"/>
          <ac:spMkLst>
            <pc:docMk/>
            <pc:sldMk cId="4074772204" sldId="337"/>
            <ac:spMk id="10" creationId="{00000000-0000-0000-0000-000000000000}"/>
          </ac:spMkLst>
        </pc:spChg>
      </pc:sldChg>
    </pc:docChg>
  </pc:docChgLst>
  <pc:docChgLst>
    <pc:chgData name="NOYRET Pascale" userId="S::pascale.noyret@edf.fr::7c6b93f9-8085-44fb-a784-ff9be5b7a1bc" providerId="AD" clId="Web-{2A34DBEA-E519-4787-7EF2-B95D9AA504B8}"/>
    <pc:docChg chg="addSld modSld">
      <pc:chgData name="NOYRET Pascale" userId="S::pascale.noyret@edf.fr::7c6b93f9-8085-44fb-a784-ff9be5b7a1bc" providerId="AD" clId="Web-{2A34DBEA-E519-4787-7EF2-B95D9AA504B8}" dt="2020-08-27T12:14:54.624" v="7" actId="20577"/>
      <pc:docMkLst>
        <pc:docMk/>
      </pc:docMkLst>
      <pc:sldChg chg="modSp add replId">
        <pc:chgData name="NOYRET Pascale" userId="S::pascale.noyret@edf.fr::7c6b93f9-8085-44fb-a784-ff9be5b7a1bc" providerId="AD" clId="Web-{2A34DBEA-E519-4787-7EF2-B95D9AA504B8}" dt="2020-08-27T12:14:54.609" v="6" actId="20577"/>
        <pc:sldMkLst>
          <pc:docMk/>
          <pc:sldMk cId="2120861134" sldId="347"/>
        </pc:sldMkLst>
        <pc:spChg chg="mod">
          <ac:chgData name="NOYRET Pascale" userId="S::pascale.noyret@edf.fr::7c6b93f9-8085-44fb-a784-ff9be5b7a1bc" providerId="AD" clId="Web-{2A34DBEA-E519-4787-7EF2-B95D9AA504B8}" dt="2020-08-27T12:14:54.609" v="6" actId="20577"/>
          <ac:spMkLst>
            <pc:docMk/>
            <pc:sldMk cId="2120861134" sldId="347"/>
            <ac:spMk id="6" creationId="{00000000-0000-0000-0000-000000000000}"/>
          </ac:spMkLst>
        </pc:spChg>
      </pc:sldChg>
    </pc:docChg>
  </pc:docChgLst>
  <pc:docChgLst>
    <pc:chgData name="NOYRET Pascale" userId="S::pascale.noyret@edf.fr::7c6b93f9-8085-44fb-a784-ff9be5b7a1bc" providerId="AD" clId="Web-{899445CB-04F0-41EF-9E76-E679D0030C7A}"/>
    <pc:docChg chg="modSld">
      <pc:chgData name="NOYRET Pascale" userId="S::pascale.noyret@edf.fr::7c6b93f9-8085-44fb-a784-ff9be5b7a1bc" providerId="AD" clId="Web-{899445CB-04F0-41EF-9E76-E679D0030C7A}" dt="2020-08-24T14:16:53.119" v="100" actId="20577"/>
      <pc:docMkLst>
        <pc:docMk/>
      </pc:docMkLst>
      <pc:sldChg chg="modSp">
        <pc:chgData name="NOYRET Pascale" userId="S::pascale.noyret@edf.fr::7c6b93f9-8085-44fb-a784-ff9be5b7a1bc" providerId="AD" clId="Web-{899445CB-04F0-41EF-9E76-E679D0030C7A}" dt="2020-08-24T13:55:50.415" v="1" actId="20577"/>
        <pc:sldMkLst>
          <pc:docMk/>
          <pc:sldMk cId="0" sldId="265"/>
        </pc:sldMkLst>
        <pc:spChg chg="mod">
          <ac:chgData name="NOYRET Pascale" userId="S::pascale.noyret@edf.fr::7c6b93f9-8085-44fb-a784-ff9be5b7a1bc" providerId="AD" clId="Web-{899445CB-04F0-41EF-9E76-E679D0030C7A}" dt="2020-08-24T13:55:50.415" v="1" actId="20577"/>
          <ac:spMkLst>
            <pc:docMk/>
            <pc:sldMk cId="0" sldId="265"/>
            <ac:spMk id="6147" creationId="{00000000-0000-0000-0000-000000000000}"/>
          </ac:spMkLst>
        </pc:spChg>
      </pc:sldChg>
      <pc:sldChg chg="modSp">
        <pc:chgData name="NOYRET Pascale" userId="S::pascale.noyret@edf.fr::7c6b93f9-8085-44fb-a784-ff9be5b7a1bc" providerId="AD" clId="Web-{899445CB-04F0-41EF-9E76-E679D0030C7A}" dt="2020-08-24T14:16:53.119" v="100" actId="20577"/>
        <pc:sldMkLst>
          <pc:docMk/>
          <pc:sldMk cId="0" sldId="266"/>
        </pc:sldMkLst>
        <pc:spChg chg="mod">
          <ac:chgData name="NOYRET Pascale" userId="S::pascale.noyret@edf.fr::7c6b93f9-8085-44fb-a784-ff9be5b7a1bc" providerId="AD" clId="Web-{899445CB-04F0-41EF-9E76-E679D0030C7A}" dt="2020-08-24T14:16:53.119" v="100" actId="20577"/>
          <ac:spMkLst>
            <pc:docMk/>
            <pc:sldMk cId="0" sldId="266"/>
            <ac:spMk id="22531" creationId="{00000000-0000-0000-0000-000000000000}"/>
          </ac:spMkLst>
        </pc:spChg>
      </pc:sldChg>
      <pc:sldChg chg="modSp">
        <pc:chgData name="NOYRET Pascale" userId="S::pascale.noyret@edf.fr::7c6b93f9-8085-44fb-a784-ff9be5b7a1bc" providerId="AD" clId="Web-{899445CB-04F0-41EF-9E76-E679D0030C7A}" dt="2020-08-24T14:16:41.806" v="99" actId="20577"/>
        <pc:sldMkLst>
          <pc:docMk/>
          <pc:sldMk cId="0" sldId="268"/>
        </pc:sldMkLst>
        <pc:spChg chg="mod">
          <ac:chgData name="NOYRET Pascale" userId="S::pascale.noyret@edf.fr::7c6b93f9-8085-44fb-a784-ff9be5b7a1bc" providerId="AD" clId="Web-{899445CB-04F0-41EF-9E76-E679D0030C7A}" dt="2020-08-24T14:16:41.806" v="99" actId="20577"/>
          <ac:spMkLst>
            <pc:docMk/>
            <pc:sldMk cId="0" sldId="268"/>
            <ac:spMk id="18437" creationId="{00000000-0000-0000-0000-000000000000}"/>
          </ac:spMkLst>
        </pc:spChg>
      </pc:sldChg>
      <pc:sldChg chg="modSp">
        <pc:chgData name="NOYRET Pascale" userId="S::pascale.noyret@edf.fr::7c6b93f9-8085-44fb-a784-ff9be5b7a1bc" providerId="AD" clId="Web-{899445CB-04F0-41EF-9E76-E679D0030C7A}" dt="2020-08-24T14:16:16.212" v="98" actId="20577"/>
        <pc:sldMkLst>
          <pc:docMk/>
          <pc:sldMk cId="2225221604" sldId="309"/>
        </pc:sldMkLst>
        <pc:spChg chg="mod">
          <ac:chgData name="NOYRET Pascale" userId="S::pascale.noyret@edf.fr::7c6b93f9-8085-44fb-a784-ff9be5b7a1bc" providerId="AD" clId="Web-{899445CB-04F0-41EF-9E76-E679D0030C7A}" dt="2020-08-24T14:16:16.212" v="98" actId="20577"/>
          <ac:spMkLst>
            <pc:docMk/>
            <pc:sldMk cId="2225221604" sldId="309"/>
            <ac:spMk id="6147" creationId="{00000000-0000-0000-0000-000000000000}"/>
          </ac:spMkLst>
        </pc:spChg>
      </pc:sldChg>
      <pc:sldChg chg="modSp">
        <pc:chgData name="NOYRET Pascale" userId="S::pascale.noyret@edf.fr::7c6b93f9-8085-44fb-a784-ff9be5b7a1bc" providerId="AD" clId="Web-{899445CB-04F0-41EF-9E76-E679D0030C7A}" dt="2020-08-24T14:16:03.337" v="96" actId="20577"/>
        <pc:sldMkLst>
          <pc:docMk/>
          <pc:sldMk cId="512479267" sldId="314"/>
        </pc:sldMkLst>
        <pc:spChg chg="mod">
          <ac:chgData name="NOYRET Pascale" userId="S::pascale.noyret@edf.fr::7c6b93f9-8085-44fb-a784-ff9be5b7a1bc" providerId="AD" clId="Web-{899445CB-04F0-41EF-9E76-E679D0030C7A}" dt="2020-08-24T14:16:03.337" v="96" actId="20577"/>
          <ac:spMkLst>
            <pc:docMk/>
            <pc:sldMk cId="512479267" sldId="314"/>
            <ac:spMk id="184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p:cNvSpPr>
            <a:spLocks noChangeArrowheads="1"/>
          </p:cNvSpPr>
          <p:nvPr/>
        </p:nvSpPr>
        <p:spPr bwMode="auto">
          <a:xfrm>
            <a:off x="0" y="0"/>
            <a:ext cx="7559675" cy="10691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5" name="Rectangle 2"/>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7171" name="Rectangle 3"/>
          <p:cNvSpPr>
            <a:spLocks noGrp="1" noChangeArrowheads="1"/>
          </p:cNvSpPr>
          <p:nvPr>
            <p:ph type="body"/>
          </p:nvPr>
        </p:nvSpPr>
        <p:spPr bwMode="auto">
          <a:xfrm>
            <a:off x="755650" y="5078413"/>
            <a:ext cx="6046788" cy="48101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fr-FR" noProof="0"/>
          </a:p>
        </p:txBody>
      </p:sp>
      <p:sp>
        <p:nvSpPr>
          <p:cNvPr id="3077" name="Text Box 4"/>
          <p:cNvSpPr txBox="1">
            <a:spLocks noChangeArrowheads="1"/>
          </p:cNvSpPr>
          <p:nvPr/>
        </p:nvSpPr>
        <p:spPr bwMode="auto">
          <a:xfrm>
            <a:off x="0" y="0"/>
            <a:ext cx="32813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8" name="Text Box 5"/>
          <p:cNvSpPr txBox="1">
            <a:spLocks noChangeArrowheads="1"/>
          </p:cNvSpPr>
          <p:nvPr/>
        </p:nvSpPr>
        <p:spPr bwMode="auto">
          <a:xfrm>
            <a:off x="4278313" y="0"/>
            <a:ext cx="328136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3079" name="Text Box 6"/>
          <p:cNvSpPr txBox="1">
            <a:spLocks noChangeArrowheads="1"/>
          </p:cNvSpPr>
          <p:nvPr/>
        </p:nvSpPr>
        <p:spPr bwMode="auto">
          <a:xfrm>
            <a:off x="0" y="10156825"/>
            <a:ext cx="32813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fr-FR" altLang="fr-FR"/>
          </a:p>
        </p:txBody>
      </p:sp>
      <p:sp>
        <p:nvSpPr>
          <p:cNvPr id="7175" name="Rectangle 7"/>
          <p:cNvSpPr>
            <a:spLocks noGrp="1" noChangeArrowheads="1"/>
          </p:cNvSpPr>
          <p:nvPr>
            <p:ph type="sldNum"/>
          </p:nvPr>
        </p:nvSpPr>
        <p:spPr bwMode="auto">
          <a:xfrm>
            <a:off x="4278313" y="10156825"/>
            <a:ext cx="3279775" cy="53340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eaLnBrk="1" hangingPunct="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Times New Roman" panose="02020603050405020304" pitchFamily="18" charset="0"/>
              </a:defRPr>
            </a:lvl1pPr>
          </a:lstStyle>
          <a:p>
            <a:pPr>
              <a:defRPr/>
            </a:pPr>
            <a:fld id="{EF693551-DA91-448C-865A-F1FC10416598}" type="slidenum">
              <a:rPr lang="fr-FR" altLang="fr-FR"/>
              <a:pPr>
                <a:defRPr/>
              </a:pPr>
              <a:t>‹N°›</a:t>
            </a:fld>
            <a:endParaRPr lang="fr-FR" altLang="fr-FR"/>
          </a:p>
        </p:txBody>
      </p:sp>
    </p:spTree>
    <p:extLst>
      <p:ext uri="{BB962C8B-B14F-4D97-AF65-F5344CB8AC3E}">
        <p14:creationId xmlns:p14="http://schemas.microsoft.com/office/powerpoint/2010/main" val="2823715984"/>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2</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389962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3</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45363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4</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270412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5</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183730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6</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181487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7</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767778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8</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520800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9</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825471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10</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893247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11</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2309703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12</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24794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13</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dirty="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020031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14</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4264604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19BE336-E142-495B-9B31-43CD33EC51A5}" type="slidenum">
              <a:rPr lang="fr-FR" altLang="fr-FR" sz="1400" smtClean="0"/>
              <a:pPr>
                <a:spcBef>
                  <a:spcPct val="0"/>
                </a:spcBef>
                <a:buClrTx/>
                <a:buFontTx/>
                <a:buNone/>
              </a:pPr>
              <a:t>15</a:t>
            </a:fld>
            <a:endParaRPr lang="fr-FR" altLang="fr-FR" sz="1400"/>
          </a:p>
        </p:txBody>
      </p:sp>
      <p:sp>
        <p:nvSpPr>
          <p:cNvPr id="9219"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3526450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CD37FB67-226D-417B-9565-2578735D2B16}" type="slidenum">
              <a:rPr lang="fr-FR" altLang="fr-FR" sz="1400" smtClean="0"/>
              <a:pPr>
                <a:spcBef>
                  <a:spcPct val="0"/>
                </a:spcBef>
                <a:buClrTx/>
                <a:buFontTx/>
                <a:buNone/>
              </a:pPr>
              <a:t>16</a:t>
            </a:fld>
            <a:endParaRPr lang="fr-FR" altLang="fr-FR" sz="1400"/>
          </a:p>
        </p:txBody>
      </p:sp>
      <p:sp>
        <p:nvSpPr>
          <p:cNvPr id="7171" name="Rectangle 2"/>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3"/>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marL="215900" indent="-214313" eaLnBrk="1">
              <a:spcBef>
                <a:spcPct val="0"/>
              </a:spcBef>
              <a:buClrTx/>
              <a:buFontTx/>
              <a:buNone/>
              <a:tabLst>
                <a:tab pos="215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fr-FR" altLang="fr-FR" sz="2000">
              <a:latin typeface="Arial" panose="020B0604020202020204" pitchFamily="34" charset="0"/>
              <a:ea typeface="DejaVu Sans" pitchFamily="34" charset="0"/>
              <a:cs typeface="DejaVu Sans" pitchFamily="34" charset="0"/>
            </a:endParaRPr>
          </a:p>
        </p:txBody>
      </p:sp>
    </p:spTree>
    <p:extLst>
      <p:ext uri="{BB962C8B-B14F-4D97-AF65-F5344CB8AC3E}">
        <p14:creationId xmlns:p14="http://schemas.microsoft.com/office/powerpoint/2010/main" val="142339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1083702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608310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extLst>
      <p:ext uri="{BB962C8B-B14F-4D97-AF65-F5344CB8AC3E}">
        <p14:creationId xmlns:p14="http://schemas.microsoft.com/office/powerpoint/2010/main" val="2644103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601663" y="4040188"/>
            <a:ext cx="2036762" cy="3070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2790825" y="4040188"/>
            <a:ext cx="2036763" cy="3070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32652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19825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2248624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878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4193823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3730737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902713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5863" y="1525588"/>
            <a:ext cx="1101725" cy="55848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19100" y="1525588"/>
            <a:ext cx="3154363" cy="55848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445084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uverture_V1_4">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43"/>
            <a:ext cx="9144000" cy="6857315"/>
          </a:xfrm>
          <a:prstGeom prst="rect">
            <a:avLst/>
          </a:prstGeom>
        </p:spPr>
      </p:pic>
      <p:sp>
        <p:nvSpPr>
          <p:cNvPr id="8" name="Rectangle 7"/>
          <p:cNvSpPr/>
          <p:nvPr userDrawn="1"/>
        </p:nvSpPr>
        <p:spPr>
          <a:xfrm>
            <a:off x="0" y="0"/>
            <a:ext cx="4570505" cy="6857913"/>
          </a:xfrm>
          <a:prstGeom prst="rect">
            <a:avLst/>
          </a:prstGeom>
          <a:solidFill>
            <a:srgbClr val="1050A3">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2855" y="454569"/>
            <a:ext cx="928567" cy="530331"/>
          </a:xfrm>
          <a:prstGeom prst="rect">
            <a:avLst/>
          </a:prstGeom>
        </p:spPr>
      </p:pic>
      <p:sp>
        <p:nvSpPr>
          <p:cNvPr id="21" name="Espace réservé du texte 20"/>
          <p:cNvSpPr>
            <a:spLocks noGrp="1"/>
          </p:cNvSpPr>
          <p:nvPr>
            <p:ph type="body" sz="quarter" idx="13" hasCustomPrompt="1"/>
          </p:nvPr>
        </p:nvSpPr>
        <p:spPr>
          <a:xfrm>
            <a:off x="421146" y="2162587"/>
            <a:ext cx="3775294" cy="1509152"/>
          </a:xfrm>
          <a:prstGeom prst="rect">
            <a:avLst/>
          </a:prstGeom>
          <a:ln>
            <a:noFill/>
          </a:ln>
        </p:spPr>
        <p:txBody>
          <a:bodyPr/>
          <a:lstStyle>
            <a:lvl1pPr marL="0" indent="0">
              <a:buNone/>
              <a:defRPr sz="3600" b="1">
                <a:solidFill>
                  <a:schemeClr val="bg1"/>
                </a:solidFill>
                <a:latin typeface="Arial" panose="020B0604020202020204" pitchFamily="34" charset="0"/>
                <a:cs typeface="Arial" panose="020B0604020202020204" pitchFamily="34" charset="0"/>
              </a:defRPr>
            </a:lvl1pPr>
          </a:lstStyle>
          <a:p>
            <a:pPr lvl="0"/>
            <a:r>
              <a:rPr lang="fr-FR"/>
              <a:t>TITRE DE LA</a:t>
            </a:r>
          </a:p>
          <a:p>
            <a:pPr lvl="0"/>
            <a:r>
              <a:rPr lang="fr-FR"/>
              <a:t>PRÉSENTATION</a:t>
            </a:r>
          </a:p>
        </p:txBody>
      </p:sp>
      <p:sp>
        <p:nvSpPr>
          <p:cNvPr id="22" name="Espace réservé du texte 20"/>
          <p:cNvSpPr>
            <a:spLocks noGrp="1"/>
          </p:cNvSpPr>
          <p:nvPr>
            <p:ph type="body" sz="quarter" idx="14" hasCustomPrompt="1"/>
          </p:nvPr>
        </p:nvSpPr>
        <p:spPr>
          <a:xfrm>
            <a:off x="421146" y="3714751"/>
            <a:ext cx="3775294" cy="639545"/>
          </a:xfrm>
          <a:prstGeom prst="rect">
            <a:avLst/>
          </a:prstGeom>
          <a:ln>
            <a:noFill/>
          </a:ln>
        </p:spPr>
        <p:txBody>
          <a:bodyPr/>
          <a:lstStyle>
            <a:lvl1pPr marL="0" indent="0">
              <a:buNone/>
              <a:defRPr sz="1687" b="1">
                <a:solidFill>
                  <a:schemeClr val="bg1"/>
                </a:solidFill>
                <a:latin typeface="Arial" panose="020B0604020202020204" pitchFamily="34" charset="0"/>
                <a:cs typeface="Arial" panose="020B0604020202020204" pitchFamily="34" charset="0"/>
              </a:defRPr>
            </a:lvl1pPr>
          </a:lstStyle>
          <a:p>
            <a:pPr lvl="0"/>
            <a:r>
              <a:rPr lang="fr-FR"/>
              <a:t>Sous-titre de la présentation</a:t>
            </a:r>
          </a:p>
        </p:txBody>
      </p:sp>
      <p:sp>
        <p:nvSpPr>
          <p:cNvPr id="23" name="Espace réservé du texte 20"/>
          <p:cNvSpPr>
            <a:spLocks noGrp="1"/>
          </p:cNvSpPr>
          <p:nvPr>
            <p:ph type="body" sz="quarter" idx="15" hasCustomPrompt="1"/>
          </p:nvPr>
        </p:nvSpPr>
        <p:spPr>
          <a:xfrm>
            <a:off x="421146" y="4397308"/>
            <a:ext cx="3775294" cy="639545"/>
          </a:xfrm>
          <a:prstGeom prst="rect">
            <a:avLst/>
          </a:prstGeom>
          <a:ln>
            <a:noFill/>
          </a:ln>
        </p:spPr>
        <p:txBody>
          <a:bodyPr/>
          <a:lstStyle>
            <a:lvl1pPr marL="0" indent="0">
              <a:buNone/>
              <a:defRPr sz="1125" b="1">
                <a:solidFill>
                  <a:schemeClr val="bg1"/>
                </a:solidFill>
                <a:latin typeface="Arial" panose="020B0604020202020204" pitchFamily="34" charset="0"/>
                <a:cs typeface="Arial" panose="020B0604020202020204" pitchFamily="34" charset="0"/>
              </a:defRPr>
            </a:lvl1pPr>
          </a:lstStyle>
          <a:p>
            <a:pPr lvl="0"/>
            <a:r>
              <a:rPr lang="fr-FR"/>
              <a:t>XX/XX/202X</a:t>
            </a:r>
          </a:p>
        </p:txBody>
      </p:sp>
    </p:spTree>
    <p:custDataLst>
      <p:tags r:id="rId1"/>
    </p:custDataLst>
    <p:extLst>
      <p:ext uri="{BB962C8B-B14F-4D97-AF65-F5344CB8AC3E}">
        <p14:creationId xmlns:p14="http://schemas.microsoft.com/office/powerpoint/2010/main" val="1776291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0B8B14CF-668B-4746-8F17-DD5A2D4E7213}" type="slidenum">
              <a:rPr lang="fr-FR" altLang="fr-FR"/>
              <a:pPr>
                <a:defRPr/>
              </a:pPr>
              <a:t>‹N°›</a:t>
            </a:fld>
            <a:endParaRPr lang="fr-FR" altLang="fr-FR"/>
          </a:p>
        </p:txBody>
      </p:sp>
    </p:spTree>
    <p:extLst>
      <p:ext uri="{BB962C8B-B14F-4D97-AF65-F5344CB8AC3E}">
        <p14:creationId xmlns:p14="http://schemas.microsoft.com/office/powerpoint/2010/main" val="367487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09DFCA96-6126-4534-87C2-4E18E5B14399}" type="slidenum">
              <a:rPr lang="fr-FR" altLang="fr-FR"/>
              <a:pPr>
                <a:defRPr/>
              </a:pPr>
              <a:t>‹N°›</a:t>
            </a:fld>
            <a:endParaRPr lang="fr-FR" altLang="fr-FR"/>
          </a:p>
        </p:txBody>
      </p:sp>
    </p:spTree>
    <p:extLst>
      <p:ext uri="{BB962C8B-B14F-4D97-AF65-F5344CB8AC3E}">
        <p14:creationId xmlns:p14="http://schemas.microsoft.com/office/powerpoint/2010/main" val="3768909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6EFDD6AF-DFD1-499D-B541-7D00531E36CE}" type="slidenum">
              <a:rPr lang="fr-FR" altLang="fr-FR"/>
              <a:pPr>
                <a:defRPr/>
              </a:pPr>
              <a:t>‹N°›</a:t>
            </a:fld>
            <a:endParaRPr lang="fr-FR" altLang="fr-FR"/>
          </a:p>
        </p:txBody>
      </p:sp>
    </p:spTree>
    <p:extLst>
      <p:ext uri="{BB962C8B-B14F-4D97-AF65-F5344CB8AC3E}">
        <p14:creationId xmlns:p14="http://schemas.microsoft.com/office/powerpoint/2010/main" val="3669824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25450" y="1951038"/>
            <a:ext cx="1862138" cy="3619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2439988" y="1951038"/>
            <a:ext cx="1863725" cy="3619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08B2E036-CED2-4DEA-9E66-D0004E69EBB4}" type="slidenum">
              <a:rPr lang="fr-FR" altLang="fr-FR"/>
              <a:pPr>
                <a:defRPr/>
              </a:pPr>
              <a:t>‹N°›</a:t>
            </a:fld>
            <a:endParaRPr lang="fr-FR" altLang="fr-FR"/>
          </a:p>
        </p:txBody>
      </p:sp>
    </p:spTree>
    <p:extLst>
      <p:ext uri="{BB962C8B-B14F-4D97-AF65-F5344CB8AC3E}">
        <p14:creationId xmlns:p14="http://schemas.microsoft.com/office/powerpoint/2010/main" val="2103805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8" name="Rectangle 6"/>
          <p:cNvSpPr>
            <a:spLocks noGrp="1" noChangeArrowheads="1"/>
          </p:cNvSpPr>
          <p:nvPr>
            <p:ph type="sldNum" idx="11"/>
          </p:nvPr>
        </p:nvSpPr>
        <p:spPr>
          <a:ln/>
        </p:spPr>
        <p:txBody>
          <a:bodyPr/>
          <a:lstStyle>
            <a:lvl1pPr>
              <a:defRPr/>
            </a:lvl1pPr>
          </a:lstStyle>
          <a:p>
            <a:pPr>
              <a:defRPr/>
            </a:pPr>
            <a:fld id="{4371F72D-8FA9-4BDD-A270-D92354305165}" type="slidenum">
              <a:rPr lang="fr-FR" altLang="fr-FR"/>
              <a:pPr>
                <a:defRPr/>
              </a:pPr>
              <a:t>‹N°›</a:t>
            </a:fld>
            <a:endParaRPr lang="fr-FR" altLang="fr-FR"/>
          </a:p>
        </p:txBody>
      </p:sp>
    </p:spTree>
    <p:extLst>
      <p:ext uri="{BB962C8B-B14F-4D97-AF65-F5344CB8AC3E}">
        <p14:creationId xmlns:p14="http://schemas.microsoft.com/office/powerpoint/2010/main" val="3178265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4" name="Rectangle 6"/>
          <p:cNvSpPr>
            <a:spLocks noGrp="1" noChangeArrowheads="1"/>
          </p:cNvSpPr>
          <p:nvPr>
            <p:ph type="sldNum" idx="11"/>
          </p:nvPr>
        </p:nvSpPr>
        <p:spPr>
          <a:ln/>
        </p:spPr>
        <p:txBody>
          <a:bodyPr/>
          <a:lstStyle>
            <a:lvl1pPr>
              <a:defRPr/>
            </a:lvl1pPr>
          </a:lstStyle>
          <a:p>
            <a:pPr>
              <a:defRPr/>
            </a:pPr>
            <a:fld id="{6AC496C4-0EBA-4F9C-8643-E88C670BD85B}" type="slidenum">
              <a:rPr lang="fr-FR" altLang="fr-FR"/>
              <a:pPr>
                <a:defRPr/>
              </a:pPr>
              <a:t>‹N°›</a:t>
            </a:fld>
            <a:endParaRPr lang="fr-FR" altLang="fr-FR"/>
          </a:p>
        </p:txBody>
      </p:sp>
    </p:spTree>
    <p:extLst>
      <p:ext uri="{BB962C8B-B14F-4D97-AF65-F5344CB8AC3E}">
        <p14:creationId xmlns:p14="http://schemas.microsoft.com/office/powerpoint/2010/main" val="4144640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3" name="Rectangle 6"/>
          <p:cNvSpPr>
            <a:spLocks noGrp="1" noChangeArrowheads="1"/>
          </p:cNvSpPr>
          <p:nvPr>
            <p:ph type="sldNum" idx="11"/>
          </p:nvPr>
        </p:nvSpPr>
        <p:spPr>
          <a:ln/>
        </p:spPr>
        <p:txBody>
          <a:bodyPr/>
          <a:lstStyle>
            <a:lvl1pPr>
              <a:defRPr/>
            </a:lvl1pPr>
          </a:lstStyle>
          <a:p>
            <a:pPr>
              <a:defRPr/>
            </a:pPr>
            <a:fld id="{2E885FDD-D383-4C7E-B940-A1994C483989}" type="slidenum">
              <a:rPr lang="fr-FR" altLang="fr-FR"/>
              <a:pPr>
                <a:defRPr/>
              </a:pPr>
              <a:t>‹N°›</a:t>
            </a:fld>
            <a:endParaRPr lang="fr-FR" altLang="fr-FR"/>
          </a:p>
        </p:txBody>
      </p:sp>
    </p:spTree>
    <p:extLst>
      <p:ext uri="{BB962C8B-B14F-4D97-AF65-F5344CB8AC3E}">
        <p14:creationId xmlns:p14="http://schemas.microsoft.com/office/powerpoint/2010/main" val="153981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D85A85CB-623B-4003-9E12-48FD893DA3ED}" type="slidenum">
              <a:rPr lang="fr-FR" altLang="fr-FR"/>
              <a:pPr>
                <a:defRPr/>
              </a:pPr>
              <a:t>‹N°›</a:t>
            </a:fld>
            <a:endParaRPr lang="fr-FR" altLang="fr-FR"/>
          </a:p>
        </p:txBody>
      </p:sp>
    </p:spTree>
    <p:extLst>
      <p:ext uri="{BB962C8B-B14F-4D97-AF65-F5344CB8AC3E}">
        <p14:creationId xmlns:p14="http://schemas.microsoft.com/office/powerpoint/2010/main" val="965961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6" name="Rectangle 6"/>
          <p:cNvSpPr>
            <a:spLocks noGrp="1" noChangeArrowheads="1"/>
          </p:cNvSpPr>
          <p:nvPr>
            <p:ph type="sldNum" idx="11"/>
          </p:nvPr>
        </p:nvSpPr>
        <p:spPr>
          <a:ln/>
        </p:spPr>
        <p:txBody>
          <a:bodyPr/>
          <a:lstStyle>
            <a:lvl1pPr>
              <a:defRPr/>
            </a:lvl1pPr>
          </a:lstStyle>
          <a:p>
            <a:pPr>
              <a:defRPr/>
            </a:pPr>
            <a:fld id="{8533BBD4-86F6-4823-A85D-BF355F692B9A}" type="slidenum">
              <a:rPr lang="fr-FR" altLang="fr-FR"/>
              <a:pPr>
                <a:defRPr/>
              </a:pPr>
              <a:t>‹N°›</a:t>
            </a:fld>
            <a:endParaRPr lang="fr-FR" altLang="fr-FR"/>
          </a:p>
        </p:txBody>
      </p:sp>
    </p:spTree>
    <p:extLst>
      <p:ext uri="{BB962C8B-B14F-4D97-AF65-F5344CB8AC3E}">
        <p14:creationId xmlns:p14="http://schemas.microsoft.com/office/powerpoint/2010/main" val="2250380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5F1D0D70-8D83-4DB6-A50B-B9C704A4B9D0}" type="slidenum">
              <a:rPr lang="fr-FR" altLang="fr-FR"/>
              <a:pPr>
                <a:defRPr/>
              </a:pPr>
              <a:t>‹N°›</a:t>
            </a:fld>
            <a:endParaRPr lang="fr-FR" altLang="fr-FR"/>
          </a:p>
        </p:txBody>
      </p:sp>
    </p:spTree>
    <p:extLst>
      <p:ext uri="{BB962C8B-B14F-4D97-AF65-F5344CB8AC3E}">
        <p14:creationId xmlns:p14="http://schemas.microsoft.com/office/powerpoint/2010/main" val="1130060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1463" y="179388"/>
            <a:ext cx="2063750" cy="53911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25450" y="179388"/>
            <a:ext cx="6043613" cy="53911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idx="10"/>
          </p:nvPr>
        </p:nvSpPr>
        <p:spPr>
          <a:ln/>
        </p:spPr>
        <p:txBody>
          <a:bodyPr/>
          <a:lstStyle>
            <a:lvl1pPr>
              <a:defRPr/>
            </a:lvl1pPr>
          </a:lstStyle>
          <a:p>
            <a:pPr>
              <a:defRPr/>
            </a:pPr>
            <a:r>
              <a:rPr lang="fr-FR"/>
              <a:t>I  EDF  I  lorem ipsum  I  juin 2012</a:t>
            </a:r>
          </a:p>
        </p:txBody>
      </p:sp>
      <p:sp>
        <p:nvSpPr>
          <p:cNvPr id="5" name="Rectangle 6"/>
          <p:cNvSpPr>
            <a:spLocks noGrp="1" noChangeArrowheads="1"/>
          </p:cNvSpPr>
          <p:nvPr>
            <p:ph type="sldNum" idx="11"/>
          </p:nvPr>
        </p:nvSpPr>
        <p:spPr>
          <a:ln/>
        </p:spPr>
        <p:txBody>
          <a:bodyPr/>
          <a:lstStyle>
            <a:lvl1pPr>
              <a:defRPr/>
            </a:lvl1pPr>
          </a:lstStyle>
          <a:p>
            <a:pPr>
              <a:defRPr/>
            </a:pPr>
            <a:fld id="{2CB7A291-945F-40DD-A8FA-09307B7F4BFF}" type="slidenum">
              <a:rPr lang="fr-FR" altLang="fr-FR"/>
              <a:pPr>
                <a:defRPr/>
              </a:pPr>
              <a:t>‹N°›</a:t>
            </a:fld>
            <a:endParaRPr lang="fr-FR" altLang="fr-FR"/>
          </a:p>
        </p:txBody>
      </p:sp>
    </p:spTree>
    <p:extLst>
      <p:ext uri="{BB962C8B-B14F-4D97-AF65-F5344CB8AC3E}">
        <p14:creationId xmlns:p14="http://schemas.microsoft.com/office/powerpoint/2010/main" val="3603231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mit Bild">
    <p:spTree>
      <p:nvGrpSpPr>
        <p:cNvPr id="1" name=""/>
        <p:cNvGrpSpPr/>
        <p:nvPr/>
      </p:nvGrpSpPr>
      <p:grpSpPr>
        <a:xfrm>
          <a:off x="0" y="0"/>
          <a:ext cx="0" cy="0"/>
          <a:chOff x="0" y="0"/>
          <a:chExt cx="0" cy="0"/>
        </a:xfrm>
      </p:grpSpPr>
      <p:sp>
        <p:nvSpPr>
          <p:cNvPr id="3" name="Rectangle 3"/>
          <p:cNvSpPr>
            <a:spLocks noGrp="1" noChangeArrowheads="1"/>
          </p:cNvSpPr>
          <p:nvPr>
            <p:ph type="subTitle" idx="1"/>
          </p:nvPr>
        </p:nvSpPr>
        <p:spPr>
          <a:xfrm>
            <a:off x="466725" y="1773238"/>
            <a:ext cx="8208000" cy="647622"/>
          </a:xfrm>
        </p:spPr>
        <p:txBody>
          <a:bodyPr/>
          <a:lstStyle>
            <a:lvl1pPr marL="0" indent="0">
              <a:buNone/>
              <a:defRPr/>
            </a:lvl1pPr>
          </a:lstStyle>
          <a:p>
            <a:pPr lvl="0"/>
            <a:r>
              <a:rPr lang="de-DE" noProof="0"/>
              <a:t>Formatvorlage des Untertitelmasters durch Klicken bearbeiten</a:t>
            </a:r>
          </a:p>
        </p:txBody>
      </p:sp>
      <p:sp>
        <p:nvSpPr>
          <p:cNvPr id="4" name="Line 13"/>
          <p:cNvSpPr>
            <a:spLocks noChangeShapeType="1"/>
          </p:cNvSpPr>
          <p:nvPr userDrawn="1"/>
        </p:nvSpPr>
        <p:spPr bwMode="auto">
          <a:xfrm>
            <a:off x="466725" y="2492870"/>
            <a:ext cx="82080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5" name="Bildplatzhalter 2"/>
          <p:cNvSpPr>
            <a:spLocks noGrp="1"/>
          </p:cNvSpPr>
          <p:nvPr>
            <p:ph type="pic" sz="quarter" idx="10"/>
          </p:nvPr>
        </p:nvSpPr>
        <p:spPr>
          <a:xfrm>
            <a:off x="469275" y="2636890"/>
            <a:ext cx="8208000" cy="3384470"/>
          </a:xfrm>
        </p:spPr>
        <p:txBody>
          <a:bodyPr anchor="ctr" anchorCtr="0"/>
          <a:lstStyle>
            <a:lvl1pPr marL="0" indent="0" algn="ctr">
              <a:buNone/>
              <a:defRPr/>
            </a:lvl1pPr>
          </a:lstStyle>
          <a:p>
            <a:r>
              <a:rPr lang="de-DE"/>
              <a:t>Bild durch Klicken auf Symbol hinzufügen</a:t>
            </a:r>
          </a:p>
        </p:txBody>
      </p:sp>
      <p:sp>
        <p:nvSpPr>
          <p:cNvPr id="6" name="Line 12"/>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tangle 2"/>
          <p:cNvSpPr>
            <a:spLocks noGrp="1" noChangeArrowheads="1"/>
          </p:cNvSpPr>
          <p:nvPr>
            <p:ph type="ctrTitle"/>
          </p:nvPr>
        </p:nvSpPr>
        <p:spPr>
          <a:xfrm>
            <a:off x="466725" y="476823"/>
            <a:ext cx="8208000" cy="1008140"/>
          </a:xfrm>
          <a:noFill/>
        </p:spPr>
        <p:txBody>
          <a:bodyPr/>
          <a:lstStyle>
            <a:lvl1pPr marL="0" indent="0">
              <a:defRPr sz="2400" cap="all" baseline="0">
                <a:solidFill>
                  <a:schemeClr val="tx2"/>
                </a:solidFill>
              </a:defRPr>
            </a:lvl1pPr>
          </a:lstStyle>
          <a:p>
            <a:pPr lvl="0"/>
            <a:r>
              <a:rPr lang="de-DE" noProof="0"/>
              <a:t>Titelmasterformat durch Klicken bearbeiten</a:t>
            </a:r>
          </a:p>
        </p:txBody>
      </p:sp>
      <p:sp>
        <p:nvSpPr>
          <p:cNvPr id="14" name="Rechteck 13">
            <a:extLst>
              <a:ext uri="{FF2B5EF4-FFF2-40B4-BE49-F238E27FC236}">
                <a16:creationId xmlns:a16="http://schemas.microsoft.com/office/drawing/2014/main" xmlns="" id="{8057E75B-1BA4-8441-B772-93FF201ECBCC}"/>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8892982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3" name="Rectangle 2"/>
          <p:cNvSpPr>
            <a:spLocks noGrp="1" noChangeArrowheads="1"/>
          </p:cNvSpPr>
          <p:nvPr>
            <p:ph type="ctrTitle"/>
          </p:nvPr>
        </p:nvSpPr>
        <p:spPr>
          <a:xfrm>
            <a:off x="466725" y="476823"/>
            <a:ext cx="8208000" cy="1007908"/>
          </a:xfrm>
        </p:spPr>
        <p:txBody>
          <a:bodyPr/>
          <a:lstStyle>
            <a:lvl1pPr marL="0" indent="0">
              <a:defRPr sz="2400" cap="all" baseline="0">
                <a:solidFill>
                  <a:schemeClr val="tx2"/>
                </a:solidFill>
              </a:defRPr>
            </a:lvl1pPr>
          </a:lstStyle>
          <a:p>
            <a:pPr lvl="0"/>
            <a:r>
              <a:rPr lang="de-DE" noProof="0"/>
              <a:t>Titelmasterformat durch Klicken bearbeiten</a:t>
            </a:r>
          </a:p>
        </p:txBody>
      </p:sp>
      <p:sp>
        <p:nvSpPr>
          <p:cNvPr id="5" name="Line 8"/>
          <p:cNvSpPr>
            <a:spLocks noChangeShapeType="1"/>
          </p:cNvSpPr>
          <p:nvPr userDrawn="1"/>
        </p:nvSpPr>
        <p:spPr bwMode="auto">
          <a:xfrm>
            <a:off x="468000" y="1558800"/>
            <a:ext cx="82080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6" name="Textplatzhalter 2"/>
          <p:cNvSpPr>
            <a:spLocks noGrp="1"/>
          </p:cNvSpPr>
          <p:nvPr>
            <p:ph type="body" sz="quarter" idx="10" hasCustomPrompt="1"/>
          </p:nvPr>
        </p:nvSpPr>
        <p:spPr>
          <a:xfrm>
            <a:off x="466726" y="1773238"/>
            <a:ext cx="8209275" cy="4248150"/>
          </a:xfrm>
        </p:spPr>
        <p:txBody>
          <a:bodyPr/>
          <a:lstStyle>
            <a:lvl1pPr marL="270000" indent="-270000">
              <a:buFont typeface="Wingdings" pitchFamily="2" charset="2"/>
              <a:buChar char="n"/>
              <a:defRPr/>
            </a:lvl1pPr>
            <a:lvl2pPr marL="540000" indent="-270000">
              <a:buFont typeface="Wingdings" pitchFamily="2" charset="2"/>
              <a:buChar char="n"/>
              <a:defRPr/>
            </a:lvl2pPr>
            <a:lvl3pPr marL="810000">
              <a:defRPr/>
            </a:lvl3pPr>
            <a:lvl4pPr marL="1080000">
              <a:defRPr/>
            </a:lvl4pPr>
            <a:lvl5pPr marL="1350000" indent="-270000">
              <a:defRPr/>
            </a:lvl5pPr>
          </a:lstStyle>
          <a:p>
            <a:pPr lvl="0"/>
            <a:r>
              <a:rPr lang="de-DE"/>
              <a:t>TOP1</a:t>
            </a:r>
          </a:p>
          <a:p>
            <a:pPr lvl="1"/>
            <a:r>
              <a:rPr lang="de-DE" err="1"/>
              <a:t>tbd</a:t>
            </a:r>
            <a:endParaRPr lang="de-DE"/>
          </a:p>
          <a:p>
            <a:pPr lvl="0"/>
            <a:r>
              <a:rPr lang="de-DE"/>
              <a:t>TOP2</a:t>
            </a:r>
          </a:p>
          <a:p>
            <a:pPr lvl="1"/>
            <a:r>
              <a:rPr lang="de-DE" err="1"/>
              <a:t>tbd</a:t>
            </a:r>
            <a:endParaRPr lang="de-DE"/>
          </a:p>
          <a:p>
            <a:pPr lvl="0"/>
            <a:r>
              <a:rPr lang="de-DE"/>
              <a:t>TOP3</a:t>
            </a:r>
          </a:p>
          <a:p>
            <a:pPr lvl="0"/>
            <a:r>
              <a:rPr lang="de-DE"/>
              <a:t>TOP4</a:t>
            </a:r>
          </a:p>
          <a:p>
            <a:pPr lvl="0"/>
            <a:r>
              <a:rPr lang="de-DE"/>
              <a:t>TOP5</a:t>
            </a:r>
          </a:p>
        </p:txBody>
      </p:sp>
      <p:sp>
        <p:nvSpPr>
          <p:cNvPr id="9" name="Line 12">
            <a:extLst>
              <a:ext uri="{FF2B5EF4-FFF2-40B4-BE49-F238E27FC236}">
                <a16:creationId xmlns:a16="http://schemas.microsoft.com/office/drawing/2014/main" xmlns="" id="{1F50E54C-8C05-B94E-ADB8-7C1789743323}"/>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10" name="Rechteck 9">
            <a:extLst>
              <a:ext uri="{FF2B5EF4-FFF2-40B4-BE49-F238E27FC236}">
                <a16:creationId xmlns:a16="http://schemas.microsoft.com/office/drawing/2014/main" xmlns="" id="{2DAB4D7D-F005-4047-A0A9-3386640B43BE}"/>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3868630363"/>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p:cNvSpPr>
            <a:spLocks noGrp="1"/>
          </p:cNvSpPr>
          <p:nvPr>
            <p:ph type="title"/>
          </p:nvPr>
        </p:nvSpPr>
        <p:spPr>
          <a:xfrm>
            <a:off x="466725" y="548680"/>
            <a:ext cx="8208000" cy="276999"/>
          </a:xfrm>
        </p:spPr>
        <p:txBody>
          <a:bodyPr wrap="square">
            <a:spAutoFit/>
          </a:bodyPr>
          <a:lstStyle>
            <a:lvl1pPr marL="0" indent="0" defTabSz="378000">
              <a:defRPr>
                <a:solidFill>
                  <a:schemeClr val="tx2"/>
                </a:solidFill>
              </a:defRPr>
            </a:lvl1pPr>
          </a:lstStyle>
          <a:p>
            <a:r>
              <a:rPr lang="de-DE"/>
              <a:t>Titelmasterformat durch Klicken bearbeiten</a:t>
            </a:r>
          </a:p>
        </p:txBody>
      </p:sp>
      <p:sp>
        <p:nvSpPr>
          <p:cNvPr id="3" name="Inhaltsplatzhalter 2"/>
          <p:cNvSpPr>
            <a:spLocks noGrp="1"/>
          </p:cNvSpPr>
          <p:nvPr>
            <p:ph idx="1" hasCustomPrompt="1"/>
          </p:nvPr>
        </p:nvSpPr>
        <p:spPr>
          <a:xfrm>
            <a:off x="466725" y="1773238"/>
            <a:ext cx="8208000" cy="4248150"/>
          </a:xfrm>
        </p:spPr>
        <p:txBody>
          <a:bodyPr/>
          <a:lstStyle>
            <a:lvl2pPr>
              <a:defRPr/>
            </a:lvl2pPr>
            <a:lvl3pPr>
              <a:defRPr/>
            </a:lvl3pPr>
            <a:lvl4pPr>
              <a:defRPr/>
            </a:lvl4pPr>
            <a:lvl5pPr>
              <a:defRPr/>
            </a:lvl5pPr>
          </a:lstStyle>
          <a:p>
            <a:pPr lvl="0"/>
            <a:r>
              <a:rPr lang="de-DE"/>
              <a:t>Formatvorlagen des Textmasters bearbeiten</a:t>
            </a:r>
          </a:p>
          <a:p>
            <a:pPr lvl="1"/>
            <a:r>
              <a:rPr lang="de-DE"/>
              <a:t>Level 2</a:t>
            </a:r>
          </a:p>
          <a:p>
            <a:pPr lvl="2"/>
            <a:r>
              <a:rPr lang="de-DE"/>
              <a:t>Level 3</a:t>
            </a:r>
          </a:p>
          <a:p>
            <a:pPr lvl="3"/>
            <a:r>
              <a:rPr lang="de-DE"/>
              <a:t>Level 4</a:t>
            </a:r>
          </a:p>
          <a:p>
            <a:pPr lvl="4"/>
            <a:r>
              <a:rPr lang="de-DE"/>
              <a:t>Level 5</a:t>
            </a:r>
          </a:p>
        </p:txBody>
      </p:sp>
      <p:sp>
        <p:nvSpPr>
          <p:cNvPr id="6" name="Line 12">
            <a:extLst>
              <a:ext uri="{FF2B5EF4-FFF2-40B4-BE49-F238E27FC236}">
                <a16:creationId xmlns:a16="http://schemas.microsoft.com/office/drawing/2014/main" xmlns="" id="{F1F83477-428A-CD4F-8F94-A9F5DCDE6AFD}"/>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hteck 6">
            <a:extLst>
              <a:ext uri="{FF2B5EF4-FFF2-40B4-BE49-F238E27FC236}">
                <a16:creationId xmlns:a16="http://schemas.microsoft.com/office/drawing/2014/main" xmlns="" id="{D42626D6-2400-E048-9680-B4D57F9F78D8}"/>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spTree>
    <p:extLst>
      <p:ext uri="{BB962C8B-B14F-4D97-AF65-F5344CB8AC3E}">
        <p14:creationId xmlns:p14="http://schemas.microsoft.com/office/powerpoint/2010/main" val="12831360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6" name="Line 12">
            <a:extLst>
              <a:ext uri="{FF2B5EF4-FFF2-40B4-BE49-F238E27FC236}">
                <a16:creationId xmlns:a16="http://schemas.microsoft.com/office/drawing/2014/main" xmlns="" id="{F1F83477-428A-CD4F-8F94-A9F5DCDE6AFD}"/>
              </a:ext>
            </a:extLst>
          </p:cNvPr>
          <p:cNvSpPr>
            <a:spLocks noChangeShapeType="1"/>
          </p:cNvSpPr>
          <p:nvPr userDrawn="1"/>
        </p:nvSpPr>
        <p:spPr bwMode="auto">
          <a:xfrm flipV="1">
            <a:off x="466725" y="404813"/>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7" name="Rechteck 6">
            <a:extLst>
              <a:ext uri="{FF2B5EF4-FFF2-40B4-BE49-F238E27FC236}">
                <a16:creationId xmlns:a16="http://schemas.microsoft.com/office/drawing/2014/main" xmlns="" id="{D42626D6-2400-E048-9680-B4D57F9F78D8}"/>
              </a:ext>
            </a:extLst>
          </p:cNvPr>
          <p:cNvSpPr/>
          <p:nvPr userDrawn="1"/>
        </p:nvSpPr>
        <p:spPr>
          <a:xfrm>
            <a:off x="-252536" y="-819472"/>
            <a:ext cx="9649072" cy="8352928"/>
          </a:xfrm>
          <a:prstGeom prst="rect">
            <a:avLst/>
          </a:prstGeom>
          <a:noFill/>
          <a:ln w="635000">
            <a:gradFill>
              <a:gsLst>
                <a:gs pos="0">
                  <a:schemeClr val="tx2"/>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1" hangingPunct="1">
              <a:spcAft>
                <a:spcPct val="40000"/>
              </a:spcAft>
              <a:buFont typeface="Wingdings" pitchFamily="2" charset="2"/>
              <a:buNone/>
            </a:pPr>
            <a:endParaRPr lang="de-DE">
              <a:solidFill>
                <a:srgbClr val="FFFFFF"/>
              </a:solidFill>
            </a:endParaRPr>
          </a:p>
        </p:txBody>
      </p:sp>
      <p:pic>
        <p:nvPicPr>
          <p:cNvPr id="8" name="Picture 26"/>
          <p:cNvPicPr/>
          <p:nvPr userDrawn="1"/>
        </p:nvPicPr>
        <p:blipFill>
          <a:blip r:embed="rId2" cstate="print">
            <a:extLst>
              <a:ext uri="{28A0092B-C50C-407E-A947-70E740481C1C}">
                <a14:useLocalDpi xmlns:a14="http://schemas.microsoft.com/office/drawing/2010/main" val="0"/>
              </a:ext>
            </a:extLst>
          </a:blip>
          <a:stretch>
            <a:fillRect/>
          </a:stretch>
        </p:blipFill>
        <p:spPr>
          <a:xfrm>
            <a:off x="466725" y="1772816"/>
            <a:ext cx="1079500" cy="7334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feld 3"/>
          <p:cNvSpPr txBox="1"/>
          <p:nvPr userDrawn="1"/>
        </p:nvSpPr>
        <p:spPr>
          <a:xfrm>
            <a:off x="466726" y="2708920"/>
            <a:ext cx="8210550" cy="3293209"/>
          </a:xfrm>
          <a:prstGeom prst="rect">
            <a:avLst/>
          </a:prstGeom>
          <a:noFill/>
        </p:spPr>
        <p:txBody>
          <a:bodyPr wrap="square" rtlCol="0">
            <a:spAutoFit/>
          </a:bodyPr>
          <a:lstStyle/>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This project has received funding from the European Union’s Horizon 2020 research and innovation </a:t>
            </a:r>
            <a:r>
              <a:rPr lang="en-US" sz="1600" i="1" err="1">
                <a:solidFill>
                  <a:srgbClr val="000000"/>
                </a:solidFill>
                <a:latin typeface="Calibri" panose="020F0502020204030204"/>
                <a:cs typeface="+mn-cs"/>
              </a:rPr>
              <a:t>programme</a:t>
            </a:r>
            <a:r>
              <a:rPr lang="en-US" sz="1600" i="1">
                <a:solidFill>
                  <a:srgbClr val="000000"/>
                </a:solidFill>
                <a:latin typeface="Calibri" panose="020F0502020204030204"/>
                <a:cs typeface="+mn-cs"/>
              </a:rPr>
              <a:t> under grant agreement No 760907.</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This document and all information contained herein is the sole property of the VIMMP Consortium. It may contain information subject to intellectual property rights. No intellectual property rights are granted by the delivery of this document or the disclosure of its content.</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Reproduction or circulation of this document to any third party is prohibited without the consent of the author(s).</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The statements made herein do not necessarily have the consent or agreement of the VIMMP consortium and represent the opinion and findings of the author(s). </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 </a:t>
            </a:r>
            <a:endParaRPr lang="en-US" sz="1600">
              <a:solidFill>
                <a:srgbClr val="000000"/>
              </a:solidFill>
              <a:latin typeface="Calibri" panose="020F0502020204030204"/>
              <a:cs typeface="+mn-cs"/>
            </a:endParaRPr>
          </a:p>
          <a:p>
            <a:pPr defTabSz="914400" eaLnBrk="1" hangingPunct="1">
              <a:spcAft>
                <a:spcPct val="40000"/>
              </a:spcAft>
              <a:buFont typeface="Wingdings" pitchFamily="2" charset="2"/>
              <a:buNone/>
            </a:pPr>
            <a:r>
              <a:rPr lang="en-US" sz="1600" i="1">
                <a:solidFill>
                  <a:srgbClr val="000000"/>
                </a:solidFill>
                <a:latin typeface="Calibri" panose="020F0502020204030204"/>
                <a:cs typeface="+mn-cs"/>
              </a:rPr>
              <a:t>All rights reserved.</a:t>
            </a:r>
            <a:endParaRPr lang="en-US" sz="1600">
              <a:solidFill>
                <a:srgbClr val="000000"/>
              </a:solidFill>
              <a:latin typeface="Calibri" panose="020F0502020204030204"/>
              <a:cs typeface="+mn-cs"/>
            </a:endParaRPr>
          </a:p>
        </p:txBody>
      </p:sp>
    </p:spTree>
    <p:extLst>
      <p:ext uri="{BB962C8B-B14F-4D97-AF65-F5344CB8AC3E}">
        <p14:creationId xmlns:p14="http://schemas.microsoft.com/office/powerpoint/2010/main" val="495429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slideLayout" Target="../slideLayouts/slideLayout26.xml"/><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theme" Target="../theme/theme3.xml"/><Relationship Id="rId10" Type="http://schemas.openxmlformats.org/officeDocument/2006/relationships/image" Target="../media/image10.png"/><Relationship Id="rId4" Type="http://schemas.openxmlformats.org/officeDocument/2006/relationships/slideLayout" Target="../slideLayouts/slideLayout27.xml"/><Relationship Id="rId9" Type="http://schemas.openxmlformats.org/officeDocument/2006/relationships/image" Target="../media/image9.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19100" y="1525588"/>
            <a:ext cx="424180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texte-titre</a:t>
            </a:r>
          </a:p>
        </p:txBody>
      </p:sp>
      <p:sp>
        <p:nvSpPr>
          <p:cNvPr id="1027" name="Rectangle 2"/>
          <p:cNvSpPr>
            <a:spLocks noGrp="1" noChangeArrowheads="1"/>
          </p:cNvSpPr>
          <p:nvPr>
            <p:ph type="body" idx="1"/>
          </p:nvPr>
        </p:nvSpPr>
        <p:spPr bwMode="auto">
          <a:xfrm>
            <a:off x="601663" y="4040188"/>
            <a:ext cx="4225925"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plan de texte</a:t>
            </a:r>
          </a:p>
          <a:p>
            <a:pPr lvl="1"/>
            <a:r>
              <a:rPr lang="en-GB" altLang="fr-FR"/>
              <a:t>Second niveau de plan</a:t>
            </a:r>
          </a:p>
          <a:p>
            <a:pPr lvl="2"/>
            <a:r>
              <a:rPr lang="en-GB" altLang="fr-FR"/>
              <a:t>Troisième niveau de plan</a:t>
            </a:r>
          </a:p>
          <a:p>
            <a:pPr lvl="3"/>
            <a:r>
              <a:rPr lang="en-GB" altLang="fr-FR"/>
              <a:t>Quatrième niveau de plan</a:t>
            </a:r>
          </a:p>
          <a:p>
            <a:pPr lvl="4"/>
            <a:r>
              <a:rPr lang="en-GB" altLang="fr-FR"/>
              <a:t>Cinquième niveau de plan</a:t>
            </a:r>
          </a:p>
          <a:p>
            <a:pPr lvl="4"/>
            <a:r>
              <a:rPr lang="en-GB" altLang="fr-FR"/>
              <a:t>Sixième niveau de plan</a:t>
            </a:r>
          </a:p>
          <a:p>
            <a:pPr lvl="4"/>
            <a:r>
              <a:rPr lang="en-GB" altLang="fr-FR"/>
              <a:t>Septième niveau de plan</a:t>
            </a:r>
          </a:p>
        </p:txBody>
      </p:sp>
      <p:pic>
        <p:nvPicPr>
          <p:cNvPr id="1028"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9913" y="482600"/>
            <a:ext cx="1189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029" name="Picture 4"/>
          <p:cNvPicPr>
            <a:picLocks noChangeAspect="1" noChangeArrowheads="1"/>
          </p:cNvPicPr>
          <p:nvPr/>
        </p:nvPicPr>
        <p:blipFill>
          <a:blip r:embed="rId15">
            <a:extLst>
              <a:ext uri="{28A0092B-C50C-407E-A947-70E740481C1C}">
                <a14:useLocalDpi xmlns:a14="http://schemas.microsoft.com/office/drawing/2010/main" val="0"/>
              </a:ext>
            </a:extLst>
          </a:blip>
          <a:srcRect l="29" r="29"/>
          <a:stretch>
            <a:fillRect/>
          </a:stretch>
        </p:blipFill>
        <p:spPr bwMode="auto">
          <a:xfrm>
            <a:off x="5699125" y="0"/>
            <a:ext cx="3444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3" r:id="rId12"/>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400">
          <a:solidFill>
            <a:srgbClr val="001A70"/>
          </a:solidFill>
          <a:latin typeface="Arial" pitchFamily="34" charset="0"/>
          <a:ea typeface="DejaVu Sans" pitchFamily="34" charset="0"/>
          <a:cs typeface="DejaVu Sans" pitchFamily="34" charset="0"/>
        </a:defRPr>
      </a:lvl5pPr>
      <a:lvl6pPr marL="25146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6pPr>
      <a:lvl7pPr marL="29718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7pPr>
      <a:lvl8pPr marL="34290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8pPr>
      <a:lvl9pPr marL="3886200" indent="-228600" algn="l" defTabSz="449263" rtl="0" eaLnBrk="0" fontAlgn="base" hangingPunct="0">
        <a:spcBef>
          <a:spcPct val="0"/>
        </a:spcBef>
        <a:spcAft>
          <a:spcPct val="0"/>
        </a:spcAft>
        <a:buClr>
          <a:srgbClr val="000000"/>
        </a:buClr>
        <a:buSzPct val="100000"/>
        <a:buFont typeface="Times New Roman" pitchFamily="18" charset="0"/>
        <a:defRPr sz="3400">
          <a:solidFill>
            <a:srgbClr val="001A70"/>
          </a:solidFill>
          <a:latin typeface="Arial" pitchFamily="34" charset="0"/>
          <a:ea typeface="DejaVu Sans" pitchFamily="34" charset="0"/>
          <a:cs typeface="DejaVu Sans" pitchFamily="34" charset="0"/>
        </a:defRPr>
      </a:lvl9pPr>
    </p:titleStyle>
    <p:bodyStyle>
      <a:lvl1pPr marL="342900" indent="-3429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ea typeface="+mn-ea"/>
          <a:cs typeface="+mn-cs"/>
        </a:defRPr>
      </a:lvl1pPr>
      <a:lvl2pPr marL="742950" indent="-28575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2pPr>
      <a:lvl3pPr marL="11430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3pPr>
      <a:lvl4pPr marL="16002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4pPr>
      <a:lvl5pPr marL="2057400" indent="-228600" algn="l" defTabSz="449263" rtl="0" eaLnBrk="0" fontAlgn="base" hangingPunct="0">
        <a:spcBef>
          <a:spcPts val="400"/>
        </a:spcBef>
        <a:spcAft>
          <a:spcPct val="0"/>
        </a:spcAft>
        <a:buClr>
          <a:srgbClr val="000000"/>
        </a:buClr>
        <a:buSzPct val="100000"/>
        <a:buFont typeface="Times New Roman" panose="02020603050405020304" pitchFamily="18" charset="0"/>
        <a:defRPr sz="1600">
          <a:solidFill>
            <a:srgbClr val="FFFFFF"/>
          </a:solidFill>
          <a:latin typeface="+mn-lt"/>
          <a:cs typeface="+mn-cs"/>
        </a:defRPr>
      </a:lvl5pPr>
      <a:lvl6pPr marL="25146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6pPr>
      <a:lvl7pPr marL="29718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7pPr>
      <a:lvl8pPr marL="34290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8pPr>
      <a:lvl9pPr marL="3886200" indent="-228600" algn="l" defTabSz="449263" rtl="0" eaLnBrk="0" fontAlgn="base" hangingPunct="0">
        <a:spcBef>
          <a:spcPts val="400"/>
        </a:spcBef>
        <a:spcAft>
          <a:spcPct val="0"/>
        </a:spcAft>
        <a:buClr>
          <a:srgbClr val="000000"/>
        </a:buClr>
        <a:buSzPct val="100000"/>
        <a:buFont typeface="Times New Roman" pitchFamily="18" charset="0"/>
        <a:defRPr sz="1600">
          <a:solidFill>
            <a:srgbClr val="FFFFFF"/>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0"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6291263"/>
            <a:ext cx="6223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051" name="Rectangle 2"/>
          <p:cNvSpPr>
            <a:spLocks noGrp="1" noChangeArrowheads="1"/>
          </p:cNvSpPr>
          <p:nvPr>
            <p:ph type="title"/>
          </p:nvPr>
        </p:nvSpPr>
        <p:spPr bwMode="auto">
          <a:xfrm>
            <a:off x="425450" y="179388"/>
            <a:ext cx="825976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fr-FR"/>
              <a:t>Cliquez pour éditer le format du texte-titre</a:t>
            </a:r>
          </a:p>
        </p:txBody>
      </p:sp>
      <p:sp>
        <p:nvSpPr>
          <p:cNvPr id="3075" name="Rectangle 3"/>
          <p:cNvSpPr>
            <a:spLocks noGrp="1" noChangeArrowheads="1"/>
          </p:cNvSpPr>
          <p:nvPr>
            <p:ph type="ftr"/>
          </p:nvPr>
        </p:nvSpPr>
        <p:spPr bwMode="auto">
          <a:xfrm>
            <a:off x="0" y="0"/>
            <a:ext cx="0" cy="132556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1">
              <a:buClrTx/>
              <a:buSzPct val="100000"/>
              <a:buFontTx/>
              <a:buNone/>
              <a:defRPr sz="2400">
                <a:solidFill>
                  <a:srgbClr val="7F7F7F"/>
                </a:solidFill>
                <a:latin typeface="Times New Roman" pitchFamily="18" charset="0"/>
                <a:ea typeface="+mn-ea"/>
                <a:cs typeface="+mn-cs"/>
              </a:defRPr>
            </a:lvl1pPr>
          </a:lstStyle>
          <a:p>
            <a:pPr>
              <a:defRPr/>
            </a:pPr>
            <a:r>
              <a:rPr lang="fr-FR"/>
              <a:t>I  EDF  I  lorem ipsum  I  juin 2012</a:t>
            </a:r>
          </a:p>
        </p:txBody>
      </p:sp>
      <p:sp>
        <p:nvSpPr>
          <p:cNvPr id="2053" name="Rectangle 4"/>
          <p:cNvSpPr>
            <a:spLocks noGrp="1" noChangeArrowheads="1"/>
          </p:cNvSpPr>
          <p:nvPr>
            <p:ph type="body" idx="1"/>
          </p:nvPr>
        </p:nvSpPr>
        <p:spPr bwMode="auto">
          <a:xfrm>
            <a:off x="425450" y="1951038"/>
            <a:ext cx="3878263"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fr-FR"/>
              <a:t>Cliquez pour éditer le format du plan de texte</a:t>
            </a:r>
          </a:p>
          <a:p>
            <a:pPr lvl="1"/>
            <a:r>
              <a:rPr lang="en-GB" altLang="fr-FR"/>
              <a:t>Second niveau de plan</a:t>
            </a:r>
          </a:p>
          <a:p>
            <a:pPr lvl="2"/>
            <a:r>
              <a:rPr lang="en-GB" altLang="fr-FR"/>
              <a:t>Troisième niveau de plan</a:t>
            </a:r>
          </a:p>
          <a:p>
            <a:pPr lvl="3"/>
            <a:r>
              <a:rPr lang="en-GB" altLang="fr-FR"/>
              <a:t>Quatrième niveau de plan</a:t>
            </a:r>
          </a:p>
          <a:p>
            <a:pPr lvl="4"/>
            <a:r>
              <a:rPr lang="en-GB" altLang="fr-FR"/>
              <a:t>Cinquième niveau de plan</a:t>
            </a:r>
          </a:p>
          <a:p>
            <a:pPr lvl="4"/>
            <a:r>
              <a:rPr lang="en-GB" altLang="fr-FR"/>
              <a:t>Sixième niveau de plan</a:t>
            </a:r>
          </a:p>
          <a:p>
            <a:pPr lvl="4"/>
            <a:r>
              <a:rPr lang="en-GB" altLang="fr-FR"/>
              <a:t>Septième niveau de plan</a:t>
            </a:r>
          </a:p>
        </p:txBody>
      </p:sp>
      <p:sp>
        <p:nvSpPr>
          <p:cNvPr id="2054" name="Text Box 5"/>
          <p:cNvSpPr txBox="1">
            <a:spLocks noChangeArrowheads="1"/>
          </p:cNvSpPr>
          <p:nvPr/>
        </p:nvSpPr>
        <p:spPr bwMode="auto">
          <a:xfrm>
            <a:off x="4808538" y="1951038"/>
            <a:ext cx="3881437" cy="362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p>
            <a:pPr eaLnBrk="1" hangingPunct="1">
              <a:buClr>
                <a:srgbClr val="000000"/>
              </a:buClr>
              <a:buSzPct val="100000"/>
              <a:buFont typeface="Times New Roman" panose="02020603050405020304" pitchFamily="18" charset="0"/>
              <a:buNone/>
            </a:pPr>
            <a:endParaRPr lang="fr-FR" altLang="fr-FR">
              <a:solidFill>
                <a:srgbClr val="000000"/>
              </a:solidFill>
            </a:endParaRPr>
          </a:p>
        </p:txBody>
      </p:sp>
      <p:sp>
        <p:nvSpPr>
          <p:cNvPr id="3078" name="Rectangle 6"/>
          <p:cNvSpPr>
            <a:spLocks noGrp="1" noChangeArrowheads="1"/>
          </p:cNvSpPr>
          <p:nvPr>
            <p:ph type="sldNum"/>
          </p:nvPr>
        </p:nvSpPr>
        <p:spPr bwMode="auto">
          <a:xfrm>
            <a:off x="6296025" y="6376988"/>
            <a:ext cx="463550" cy="36353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1">
              <a:buClrTx/>
              <a:buSzPct val="100000"/>
              <a:buFontTx/>
              <a:buNone/>
              <a:defRPr sz="900">
                <a:solidFill>
                  <a:srgbClr val="7F7F7F"/>
                </a:solidFill>
                <a:latin typeface="Times New Roman" panose="02020603050405020304" pitchFamily="18" charset="0"/>
              </a:defRPr>
            </a:lvl1pPr>
          </a:lstStyle>
          <a:p>
            <a:pPr>
              <a:defRPr/>
            </a:pPr>
            <a:fld id="{698C2C14-AB4D-4646-9713-9BBB48B9EB33}"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2800">
          <a:solidFill>
            <a:srgbClr val="001A70"/>
          </a:solidFill>
          <a:latin typeface="Arial" pitchFamily="34" charset="0"/>
          <a:ea typeface="DejaVu Sans" pitchFamily="34" charset="0"/>
          <a:cs typeface="DejaVu Sans" pitchFamily="34" charset="0"/>
        </a:defRPr>
      </a:lvl5pPr>
      <a:lvl6pPr marL="25146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6pPr>
      <a:lvl7pPr marL="29718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7pPr>
      <a:lvl8pPr marL="34290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8pPr>
      <a:lvl9pPr marL="3886200" indent="-228600" algn="l" defTabSz="449263" rtl="0" eaLnBrk="0" fontAlgn="base" hangingPunct="0">
        <a:spcBef>
          <a:spcPct val="0"/>
        </a:spcBef>
        <a:spcAft>
          <a:spcPct val="0"/>
        </a:spcAft>
        <a:buClr>
          <a:srgbClr val="000000"/>
        </a:buClr>
        <a:buSzPct val="100000"/>
        <a:buFont typeface="Times New Roman" pitchFamily="18" charset="0"/>
        <a:defRPr sz="2800">
          <a:solidFill>
            <a:srgbClr val="001A70"/>
          </a:solidFill>
          <a:latin typeface="Arial" pitchFamily="34" charset="0"/>
          <a:ea typeface="DejaVu Sans" pitchFamily="34" charset="0"/>
          <a:cs typeface="DejaVu Sans" pitchFamily="34" charset="0"/>
        </a:defRPr>
      </a:lvl9pPr>
    </p:titleStyle>
    <p:bodyStyle>
      <a:lvl1pPr marL="342900" indent="-3429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1pPr>
      <a:lvl2pPr marL="742950" indent="-28575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3pPr>
      <a:lvl4pPr marL="16002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4pPr>
      <a:lvl5pPr marL="2057400" indent="-228600" algn="l" defTabSz="449263" rtl="0" eaLnBrk="0" fontAlgn="base" hangingPunct="0">
        <a:spcBef>
          <a:spcPct val="0"/>
        </a:spcBef>
        <a:spcAft>
          <a:spcPct val="0"/>
        </a:spcAft>
        <a:buClr>
          <a:srgbClr val="000000"/>
        </a:buClr>
        <a:buSzPct val="100000"/>
        <a:buFont typeface="Times New Roman" panose="02020603050405020304" pitchFamily="18" charset="0"/>
        <a:defRPr>
          <a:solidFill>
            <a:srgbClr val="7F7F7F"/>
          </a:solidFill>
          <a:latin typeface="+mn-lt"/>
          <a:ea typeface="+mn-ea"/>
          <a:cs typeface="+mn-cs"/>
        </a:defRPr>
      </a:lvl5pPr>
      <a:lvl6pPr marL="25146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6pPr>
      <a:lvl7pPr marL="29718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7pPr>
      <a:lvl8pPr marL="34290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8pPr>
      <a:lvl9pPr marL="3886200" indent="-228600" algn="l" defTabSz="449263" rtl="0" eaLnBrk="0" fontAlgn="base">
        <a:spcBef>
          <a:spcPct val="0"/>
        </a:spcBef>
        <a:spcAft>
          <a:spcPct val="0"/>
        </a:spcAft>
        <a:buClr>
          <a:srgbClr val="000000"/>
        </a:buClr>
        <a:buSzPct val="100000"/>
        <a:buFont typeface="Times New Roman" pitchFamily="18" charset="0"/>
        <a:defRPr>
          <a:solidFill>
            <a:srgbClr val="7F7F7F"/>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6725" y="334800"/>
            <a:ext cx="8208000" cy="1225540"/>
          </a:xfrm>
          <a:prstGeom prst="rect">
            <a:avLst/>
          </a:prstGeom>
          <a:noFill/>
          <a:ln>
            <a:noFill/>
          </a:ln>
          <a:effectLst/>
        </p:spPr>
        <p:txBody>
          <a:bodyPr vert="horz" wrap="square" lIns="0" tIns="0" rIns="0" bIns="0" numCol="1" anchor="t" anchorCtr="0" compatLnSpc="1">
            <a:prstTxWarp prst="textNoShape">
              <a:avLst/>
            </a:prstTxWarp>
            <a:noAutofit/>
          </a:bodyPr>
          <a:lstStyle/>
          <a:p>
            <a:pPr lvl="0"/>
            <a:r>
              <a:rPr lang="de-DE"/>
              <a:t>Mastertitelformat bearbeiten</a:t>
            </a:r>
          </a:p>
        </p:txBody>
      </p:sp>
      <p:sp>
        <p:nvSpPr>
          <p:cNvPr id="1027" name="Rectangle 3"/>
          <p:cNvSpPr>
            <a:spLocks noGrp="1" noChangeArrowheads="1"/>
          </p:cNvSpPr>
          <p:nvPr>
            <p:ph type="body" idx="1"/>
          </p:nvPr>
        </p:nvSpPr>
        <p:spPr bwMode="auto">
          <a:xfrm>
            <a:off x="466725" y="1774800"/>
            <a:ext cx="8208000" cy="4248150"/>
          </a:xfrm>
          <a:prstGeom prst="rect">
            <a:avLst/>
          </a:prstGeom>
          <a:noFill/>
          <a:ln>
            <a:noFill/>
          </a:ln>
          <a:effectLst/>
        </p:spPr>
        <p:txBody>
          <a:bodyPr vert="horz" wrap="square" lIns="0" tIns="0" rIns="0" bIns="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32" name="Text Box 8"/>
          <p:cNvSpPr txBox="1">
            <a:spLocks noChangeArrowheads="1"/>
          </p:cNvSpPr>
          <p:nvPr/>
        </p:nvSpPr>
        <p:spPr bwMode="auto">
          <a:xfrm>
            <a:off x="3509882" y="6373416"/>
            <a:ext cx="15661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defTabSz="914400" eaLnBrk="1" hangingPunct="1">
              <a:spcBef>
                <a:spcPct val="50000"/>
              </a:spcBef>
            </a:pPr>
            <a:r>
              <a:rPr lang="de-DE" sz="750">
                <a:solidFill>
                  <a:srgbClr val="000000"/>
                </a:solidFill>
                <a:latin typeface="Frutiger LT Com 55 Roman" pitchFamily="34" charset="0"/>
                <a:cs typeface="+mn-cs"/>
              </a:rPr>
              <a:t>© VIMMP </a:t>
            </a:r>
            <a:r>
              <a:rPr lang="de-DE" sz="750" err="1">
                <a:solidFill>
                  <a:srgbClr val="000000"/>
                </a:solidFill>
                <a:latin typeface="Frutiger LT Com 55 Roman" pitchFamily="34" charset="0"/>
                <a:cs typeface="+mn-cs"/>
              </a:rPr>
              <a:t>Consortium</a:t>
            </a:r>
            <a:r>
              <a:rPr lang="de-DE" sz="750">
                <a:solidFill>
                  <a:srgbClr val="000000"/>
                </a:solidFill>
                <a:latin typeface="Frutiger LT Com 55 Roman" pitchFamily="34" charset="0"/>
                <a:cs typeface="+mn-cs"/>
              </a:rPr>
              <a:t/>
            </a:r>
            <a:br>
              <a:rPr lang="de-DE" sz="750">
                <a:solidFill>
                  <a:srgbClr val="000000"/>
                </a:solidFill>
                <a:latin typeface="Frutiger LT Com 55 Roman" pitchFamily="34" charset="0"/>
                <a:cs typeface="+mn-cs"/>
              </a:rPr>
            </a:br>
            <a:r>
              <a:rPr lang="de-DE" sz="750">
                <a:solidFill>
                  <a:srgbClr val="000000"/>
                </a:solidFill>
                <a:latin typeface="Frutiger LT Com 55 Roman" pitchFamily="34" charset="0"/>
                <a:cs typeface="+mn-cs"/>
              </a:rPr>
              <a:t>CONFIDENTIAL</a:t>
            </a:r>
            <a:endParaRPr lang="de-DE" sz="750">
              <a:solidFill>
                <a:srgbClr val="ACCBF9"/>
              </a:solidFill>
              <a:latin typeface="Frutiger LT Com 55 Roman" pitchFamily="34" charset="0"/>
              <a:cs typeface="+mn-cs"/>
            </a:endParaRPr>
          </a:p>
        </p:txBody>
      </p:sp>
      <p:pic>
        <p:nvPicPr>
          <p:cNvPr id="9" name="Grafik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7607925" y="6237410"/>
            <a:ext cx="10668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12">
            <a:extLst>
              <a:ext uri="{FF2B5EF4-FFF2-40B4-BE49-F238E27FC236}">
                <a16:creationId xmlns:a16="http://schemas.microsoft.com/office/drawing/2014/main" xmlns="" id="{24B3EBD7-B515-F34C-8F2B-9F97FEFA892E}"/>
              </a:ext>
            </a:extLst>
          </p:cNvPr>
          <p:cNvSpPr>
            <a:spLocks noChangeShapeType="1"/>
          </p:cNvSpPr>
          <p:nvPr/>
        </p:nvSpPr>
        <p:spPr bwMode="auto">
          <a:xfrm flipV="1">
            <a:off x="466725" y="6165304"/>
            <a:ext cx="8208000" cy="0"/>
          </a:xfrm>
          <a:prstGeom prst="line">
            <a:avLst/>
          </a:prstGeom>
          <a:noFill/>
          <a:ln w="38100">
            <a:gradFill>
              <a:gsLst>
                <a:gs pos="0">
                  <a:schemeClr val="accent1"/>
                </a:gs>
                <a:gs pos="100000">
                  <a:schemeClr val="tx2"/>
                </a:gs>
              </a:gsLst>
              <a:lin ang="0" scaled="0"/>
            </a:gra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1" hangingPunct="1">
              <a:spcAft>
                <a:spcPct val="40000"/>
              </a:spcAft>
              <a:buFont typeface="Wingdings" pitchFamily="2" charset="2"/>
              <a:buNone/>
            </a:pPr>
            <a:endParaRPr lang="de-DE">
              <a:solidFill>
                <a:srgbClr val="000000"/>
              </a:solidFill>
              <a:latin typeface="Frutiger LT Com 55 Roman" pitchFamily="34" charset="0"/>
              <a:cs typeface="+mn-cs"/>
            </a:endParaRPr>
          </a:p>
        </p:txBody>
      </p:sp>
      <p:sp>
        <p:nvSpPr>
          <p:cNvPr id="12" name="Textfeld 11">
            <a:extLst>
              <a:ext uri="{FF2B5EF4-FFF2-40B4-BE49-F238E27FC236}">
                <a16:creationId xmlns:a16="http://schemas.microsoft.com/office/drawing/2014/main" xmlns="" id="{CD0CC5D0-4425-6248-98A3-1B95C5990685}"/>
              </a:ext>
            </a:extLst>
          </p:cNvPr>
          <p:cNvSpPr txBox="1"/>
          <p:nvPr/>
        </p:nvSpPr>
        <p:spPr>
          <a:xfrm>
            <a:off x="4562392" y="6288777"/>
            <a:ext cx="2671563" cy="400110"/>
          </a:xfrm>
          <a:prstGeom prst="rect">
            <a:avLst/>
          </a:prstGeom>
          <a:noFill/>
        </p:spPr>
        <p:txBody>
          <a:bodyPr wrap="square" rtlCol="0">
            <a:spAutoFit/>
          </a:bodyPr>
          <a:lstStyle/>
          <a:p>
            <a:pPr algn="r" defTabSz="914400" eaLnBrk="1" hangingPunct="1">
              <a:spcAft>
                <a:spcPct val="40000"/>
              </a:spcAft>
              <a:buFont typeface="Wingdings" pitchFamily="2" charset="2"/>
              <a:buNone/>
            </a:pPr>
            <a:fld id="{260E2A6B-A809-4840-BF14-8648BC0BDF87}" type="slidenum">
              <a:rPr lang="en-US" sz="2000" b="1" smtClean="0">
                <a:solidFill>
                  <a:srgbClr val="33D1CB"/>
                </a:solidFill>
                <a:latin typeface="Calibri" panose="020F0502020204030204"/>
                <a:cs typeface="Calibri Light"/>
              </a:rPr>
              <a:pPr algn="r" defTabSz="914400" eaLnBrk="1" hangingPunct="1">
                <a:spcAft>
                  <a:spcPct val="40000"/>
                </a:spcAft>
                <a:buFont typeface="Wingdings" pitchFamily="2" charset="2"/>
                <a:buNone/>
              </a:pPr>
              <a:t>‹N°›</a:t>
            </a:fld>
            <a:r>
              <a:rPr lang="en-US" sz="2000">
                <a:solidFill>
                  <a:srgbClr val="FFFFFF">
                    <a:lumMod val="75000"/>
                  </a:srgbClr>
                </a:solidFill>
                <a:latin typeface="Calibri" panose="020F0502020204030204"/>
                <a:cs typeface="+mn-cs"/>
              </a:rPr>
              <a:t>  | </a:t>
            </a:r>
            <a:r>
              <a:rPr lang="en-US" sz="2000">
                <a:solidFill>
                  <a:srgbClr val="000000"/>
                </a:solidFill>
                <a:latin typeface="Calibri" panose="020F0502020204030204"/>
                <a:cs typeface="+mn-cs"/>
              </a:rPr>
              <a:t>June 2020</a:t>
            </a:r>
          </a:p>
        </p:txBody>
      </p:sp>
      <p:pic>
        <p:nvPicPr>
          <p:cNvPr id="16" name="Grafik 1"/>
          <p:cNvPicPr>
            <a:picLocks noChangeAspect="1"/>
          </p:cNvPicPr>
          <p:nvPr userDrawn="1"/>
        </p:nvPicPr>
        <p:blipFill rotWithShape="1">
          <a:blip r:embed="rId7" cstate="print">
            <a:extLst>
              <a:ext uri="{28A0092B-C50C-407E-A947-70E740481C1C}">
                <a14:useLocalDpi xmlns:a14="http://schemas.microsoft.com/office/drawing/2010/main" val="0"/>
              </a:ext>
            </a:extLst>
          </a:blip>
          <a:srcRect l="13507" t="15349" r="9200" b="16377"/>
          <a:stretch/>
        </p:blipFill>
        <p:spPr>
          <a:xfrm>
            <a:off x="1541407" y="6195485"/>
            <a:ext cx="726338" cy="335233"/>
          </a:xfrm>
          <a:prstGeom prst="rect">
            <a:avLst/>
          </a:prstGeom>
        </p:spPr>
      </p:pic>
      <p:pic>
        <p:nvPicPr>
          <p:cNvPr id="17" name="Grafik 1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821823" y="6583348"/>
            <a:ext cx="473449" cy="173743"/>
          </a:xfrm>
          <a:prstGeom prst="rect">
            <a:avLst/>
          </a:prstGeom>
        </p:spPr>
      </p:pic>
      <p:pic>
        <p:nvPicPr>
          <p:cNvPr id="18" name="Grafik 7" descr="Logo_ausgetauscht"/>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66725" y="6259453"/>
            <a:ext cx="987898" cy="26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Image 18"/>
          <p:cNvPicPr/>
          <p:nvPr userDrawn="1"/>
        </p:nvPicPr>
        <p:blipFill>
          <a:blip r:embed="rId10"/>
          <a:stretch/>
        </p:blipFill>
        <p:spPr>
          <a:xfrm>
            <a:off x="2267745" y="6210026"/>
            <a:ext cx="735699" cy="257851"/>
          </a:xfrm>
          <a:prstGeom prst="rect">
            <a:avLst/>
          </a:prstGeom>
          <a:ln>
            <a:noFill/>
          </a:ln>
        </p:spPr>
      </p:pic>
      <p:pic>
        <p:nvPicPr>
          <p:cNvPr id="20" name="Image 1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99300" y="6490213"/>
            <a:ext cx="792088" cy="313602"/>
          </a:xfrm>
          <a:prstGeom prst="rect">
            <a:avLst/>
          </a:prstGeom>
        </p:spPr>
      </p:pic>
      <p:pic>
        <p:nvPicPr>
          <p:cNvPr id="21" name="Image 20"/>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378799" y="6485660"/>
            <a:ext cx="1104892" cy="284328"/>
          </a:xfrm>
          <a:prstGeom prst="rect">
            <a:avLst/>
          </a:prstGeom>
        </p:spPr>
      </p:pic>
      <p:pic>
        <p:nvPicPr>
          <p:cNvPr id="22" name="Grafik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33517" y="6652822"/>
            <a:ext cx="576883" cy="105287"/>
          </a:xfrm>
          <a:prstGeom prst="rect">
            <a:avLst/>
          </a:prstGeom>
        </p:spPr>
      </p:pic>
    </p:spTree>
    <p:extLst>
      <p:ext uri="{BB962C8B-B14F-4D97-AF65-F5344CB8AC3E}">
        <p14:creationId xmlns:p14="http://schemas.microsoft.com/office/powerpoint/2010/main" val="55420952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Lst>
  <p:hf hdr="0" ftr="0" dt="0"/>
  <p:txStyles>
    <p:titleStyle>
      <a:lvl1pPr marL="0" indent="0" algn="l" defTabSz="378000" rtl="0" eaLnBrk="1" fontAlgn="base" hangingPunct="1">
        <a:spcBef>
          <a:spcPct val="0"/>
        </a:spcBef>
        <a:spcAft>
          <a:spcPct val="0"/>
        </a:spcAft>
        <a:defRPr sz="2400" b="1">
          <a:solidFill>
            <a:schemeClr val="tx2"/>
          </a:solidFill>
          <a:latin typeface="+mj-lt"/>
          <a:ea typeface="+mj-ea"/>
          <a:cs typeface="+mj-cs"/>
        </a:defRPr>
      </a:lvl1pPr>
      <a:lvl2pPr algn="l" rtl="0" eaLnBrk="1" fontAlgn="base" hangingPunct="1">
        <a:spcBef>
          <a:spcPct val="0"/>
        </a:spcBef>
        <a:spcAft>
          <a:spcPct val="0"/>
        </a:spcAft>
        <a:defRPr sz="1800" b="1">
          <a:solidFill>
            <a:schemeClr val="tx1"/>
          </a:solidFill>
          <a:latin typeface="Frutiger LT Com 45 Light" pitchFamily="34" charset="0"/>
        </a:defRPr>
      </a:lvl2pPr>
      <a:lvl3pPr algn="l" rtl="0" eaLnBrk="1" fontAlgn="base" hangingPunct="1">
        <a:spcBef>
          <a:spcPct val="0"/>
        </a:spcBef>
        <a:spcAft>
          <a:spcPct val="0"/>
        </a:spcAft>
        <a:defRPr sz="1800" b="1">
          <a:solidFill>
            <a:schemeClr val="tx1"/>
          </a:solidFill>
          <a:latin typeface="Frutiger LT Com 45 Light" pitchFamily="34" charset="0"/>
        </a:defRPr>
      </a:lvl3pPr>
      <a:lvl4pPr algn="l" rtl="0" eaLnBrk="1" fontAlgn="base" hangingPunct="1">
        <a:spcBef>
          <a:spcPct val="0"/>
        </a:spcBef>
        <a:spcAft>
          <a:spcPct val="0"/>
        </a:spcAft>
        <a:defRPr sz="1800" b="1">
          <a:solidFill>
            <a:schemeClr val="tx1"/>
          </a:solidFill>
          <a:latin typeface="Frutiger LT Com 45 Light" pitchFamily="34" charset="0"/>
        </a:defRPr>
      </a:lvl4pPr>
      <a:lvl5pPr algn="l" rtl="0" eaLnBrk="1" fontAlgn="base" hangingPunct="1">
        <a:spcBef>
          <a:spcPct val="0"/>
        </a:spcBef>
        <a:spcAft>
          <a:spcPct val="0"/>
        </a:spcAft>
        <a:defRPr sz="1800" b="1">
          <a:solidFill>
            <a:schemeClr val="tx1"/>
          </a:solidFill>
          <a:latin typeface="Frutiger LT Com 45 Light" pitchFamily="34" charset="0"/>
        </a:defRPr>
      </a:lvl5pPr>
      <a:lvl6pPr marL="342900" algn="l" rtl="0" eaLnBrk="1" fontAlgn="base" hangingPunct="1">
        <a:spcBef>
          <a:spcPct val="0"/>
        </a:spcBef>
        <a:spcAft>
          <a:spcPct val="0"/>
        </a:spcAft>
        <a:defRPr sz="1800" b="1">
          <a:solidFill>
            <a:schemeClr val="tx1"/>
          </a:solidFill>
          <a:latin typeface="Frutiger LT Com 45 Light" pitchFamily="34" charset="0"/>
        </a:defRPr>
      </a:lvl6pPr>
      <a:lvl7pPr marL="685800" algn="l" rtl="0" eaLnBrk="1" fontAlgn="base" hangingPunct="1">
        <a:spcBef>
          <a:spcPct val="0"/>
        </a:spcBef>
        <a:spcAft>
          <a:spcPct val="0"/>
        </a:spcAft>
        <a:defRPr sz="1800" b="1">
          <a:solidFill>
            <a:schemeClr val="tx1"/>
          </a:solidFill>
          <a:latin typeface="Frutiger LT Com 45 Light" pitchFamily="34" charset="0"/>
        </a:defRPr>
      </a:lvl7pPr>
      <a:lvl8pPr marL="1028700" algn="l" rtl="0" eaLnBrk="1" fontAlgn="base" hangingPunct="1">
        <a:spcBef>
          <a:spcPct val="0"/>
        </a:spcBef>
        <a:spcAft>
          <a:spcPct val="0"/>
        </a:spcAft>
        <a:defRPr sz="1800" b="1">
          <a:solidFill>
            <a:schemeClr val="tx1"/>
          </a:solidFill>
          <a:latin typeface="Frutiger LT Com 45 Light" pitchFamily="34" charset="0"/>
        </a:defRPr>
      </a:lvl8pPr>
      <a:lvl9pPr marL="1371600" algn="l" rtl="0" eaLnBrk="1" fontAlgn="base" hangingPunct="1">
        <a:spcBef>
          <a:spcPct val="0"/>
        </a:spcBef>
        <a:spcAft>
          <a:spcPct val="0"/>
        </a:spcAft>
        <a:defRPr sz="1800" b="1">
          <a:solidFill>
            <a:schemeClr val="tx1"/>
          </a:solidFill>
          <a:latin typeface="Frutiger LT Com 45 Light" pitchFamily="34" charset="0"/>
        </a:defRPr>
      </a:lvl9pPr>
    </p:titleStyle>
    <p:bodyStyle>
      <a:lvl1pPr marL="270000" indent="-270000" algn="l" defTabSz="270000" rtl="0" eaLnBrk="1" fontAlgn="base" hangingPunct="1">
        <a:spcBef>
          <a:spcPct val="0"/>
        </a:spcBef>
        <a:spcAft>
          <a:spcPts val="675"/>
        </a:spcAft>
        <a:buClr>
          <a:schemeClr val="tx2"/>
        </a:buClr>
        <a:buFont typeface="Wingdings" pitchFamily="2" charset="2"/>
        <a:buChar char="n"/>
        <a:defRPr>
          <a:solidFill>
            <a:schemeClr val="tx1"/>
          </a:solidFill>
          <a:latin typeface="+mn-lt"/>
          <a:ea typeface="+mn-ea"/>
          <a:cs typeface="+mn-cs"/>
        </a:defRPr>
      </a:lvl1pPr>
      <a:lvl2pPr marL="54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2pPr>
      <a:lvl3pPr marL="81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3pPr>
      <a:lvl4pPr marL="108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4pPr>
      <a:lvl5pPr marL="1350000" indent="-270000" algn="l" defTabSz="270000" rtl="0" eaLnBrk="1" fontAlgn="base" hangingPunct="1">
        <a:spcBef>
          <a:spcPct val="0"/>
        </a:spcBef>
        <a:spcAft>
          <a:spcPts val="675"/>
        </a:spcAft>
        <a:buClr>
          <a:schemeClr val="bg2"/>
        </a:buClr>
        <a:buFont typeface="Wingdings" pitchFamily="2" charset="2"/>
        <a:buChar char="n"/>
        <a:defRPr>
          <a:solidFill>
            <a:schemeClr val="tx1"/>
          </a:solidFill>
          <a:latin typeface="+mn-lt"/>
        </a:defRPr>
      </a:lvl5pPr>
      <a:lvl6pPr marL="14156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6pPr>
      <a:lvl7pPr marL="17585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7pPr>
      <a:lvl8pPr marL="21014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8pPr>
      <a:lvl9pPr marL="2444354" indent="-269081" algn="l" rtl="0" eaLnBrk="1" fontAlgn="base" hangingPunct="1">
        <a:spcBef>
          <a:spcPct val="0"/>
        </a:spcBef>
        <a:spcAft>
          <a:spcPct val="40000"/>
        </a:spcAft>
        <a:buClr>
          <a:schemeClr val="bg2"/>
        </a:buClr>
        <a:buFont typeface="Wingdings" pitchFamily="2" charset="2"/>
        <a:buChar char="n"/>
        <a:defRPr>
          <a:solidFill>
            <a:schemeClr val="tx1"/>
          </a:solidFill>
          <a:latin typeface="+mn-lt"/>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3"/>
          </p:nvPr>
        </p:nvSpPr>
        <p:spPr>
          <a:xfrm>
            <a:off x="421145" y="1959535"/>
            <a:ext cx="3775294" cy="1248630"/>
          </a:xfrm>
        </p:spPr>
        <p:txBody>
          <a:bodyPr/>
          <a:lstStyle/>
          <a:p>
            <a:r>
              <a:rPr lang="fr-FR" dirty="0" err="1" smtClean="0"/>
              <a:t>Eficas</a:t>
            </a:r>
            <a:r>
              <a:rPr lang="fr-FR" dirty="0" smtClean="0"/>
              <a:t> / </a:t>
            </a:r>
            <a:r>
              <a:rPr lang="fr-FR" dirty="0" smtClean="0"/>
              <a:t>M</a:t>
            </a:r>
            <a:r>
              <a:rPr lang="fr-FR" dirty="0" smtClean="0"/>
              <a:t>DM </a:t>
            </a:r>
            <a:endParaRPr lang="fr-FR" dirty="0"/>
          </a:p>
        </p:txBody>
      </p:sp>
      <p:sp>
        <p:nvSpPr>
          <p:cNvPr id="3" name="Espace réservé du texte 2"/>
          <p:cNvSpPr>
            <a:spLocks noGrp="1"/>
          </p:cNvSpPr>
          <p:nvPr>
            <p:ph type="body" sz="quarter" idx="14"/>
          </p:nvPr>
        </p:nvSpPr>
        <p:spPr>
          <a:xfrm>
            <a:off x="421145" y="3208165"/>
            <a:ext cx="3775294" cy="618939"/>
          </a:xfrm>
        </p:spPr>
        <p:txBody>
          <a:bodyPr/>
          <a:lstStyle/>
          <a:p>
            <a:r>
              <a:rPr lang="fr-FR"/>
              <a:t>   </a:t>
            </a:r>
          </a:p>
          <a:p>
            <a:endParaRPr lang="fr-FR"/>
          </a:p>
        </p:txBody>
      </p:sp>
      <p:sp>
        <p:nvSpPr>
          <p:cNvPr id="4" name="Espace réservé du texte 3"/>
          <p:cNvSpPr>
            <a:spLocks noGrp="1"/>
          </p:cNvSpPr>
          <p:nvPr>
            <p:ph type="body" sz="quarter" idx="15"/>
          </p:nvPr>
        </p:nvSpPr>
        <p:spPr>
          <a:xfrm>
            <a:off x="421145" y="5024269"/>
            <a:ext cx="3775294" cy="482372"/>
          </a:xfrm>
        </p:spPr>
        <p:txBody>
          <a:bodyPr/>
          <a:lstStyle/>
          <a:p>
            <a:r>
              <a:rPr lang="fr-FR"/>
              <a:t>27/08/2020</a:t>
            </a:r>
          </a:p>
          <a:p>
            <a:endParaRPr lang="fr-FR"/>
          </a:p>
        </p:txBody>
      </p:sp>
    </p:spTree>
    <p:extLst>
      <p:ext uri="{BB962C8B-B14F-4D97-AF65-F5344CB8AC3E}">
        <p14:creationId xmlns:p14="http://schemas.microsoft.com/office/powerpoint/2010/main" val="3397988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2</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10" name="Rectangle 9"/>
          <p:cNvSpPr/>
          <p:nvPr/>
        </p:nvSpPr>
        <p:spPr>
          <a:xfrm>
            <a:off x="0" y="790458"/>
            <a:ext cx="7533304" cy="400110"/>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a:t>
            </a:r>
            <a:r>
              <a:rPr lang="en-US" altLang="fr-FR" dirty="0">
                <a:solidFill>
                  <a:srgbClr val="002060"/>
                </a:solidFill>
              </a:rPr>
              <a:t>O</a:t>
            </a:r>
            <a:r>
              <a:rPr lang="en-US" altLang="fr-FR" dirty="0" smtClean="0">
                <a:solidFill>
                  <a:srgbClr val="002060"/>
                </a:solidFill>
              </a:rPr>
              <a:t>rganize data </a:t>
            </a:r>
            <a:r>
              <a:rPr lang="en-US" altLang="fr-FR" dirty="0">
                <a:solidFill>
                  <a:srgbClr val="002060"/>
                </a:solidFill>
              </a:rPr>
              <a:t>into a tree-like structure</a:t>
            </a:r>
            <a:endParaRPr lang="fr-FR" altLang="fr-FR" dirty="0">
              <a:solidFill>
                <a:srgbClr val="002060"/>
              </a:solidFill>
            </a:endParaRPr>
          </a:p>
        </p:txBody>
      </p:sp>
      <p:grpSp>
        <p:nvGrpSpPr>
          <p:cNvPr id="11" name="Groupe 10"/>
          <p:cNvGrpSpPr/>
          <p:nvPr/>
        </p:nvGrpSpPr>
        <p:grpSpPr>
          <a:xfrm>
            <a:off x="783022" y="1464990"/>
            <a:ext cx="7820329" cy="2304256"/>
            <a:chOff x="401525" y="1761406"/>
            <a:chExt cx="7820329" cy="2304256"/>
          </a:xfrm>
        </p:grpSpPr>
        <p:sp>
          <p:nvSpPr>
            <p:cNvPr id="12" name="Rectangle 11"/>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grpSp>
          <p:nvGrpSpPr>
            <p:cNvPr id="13" name="Groupe 12"/>
            <p:cNvGrpSpPr/>
            <p:nvPr/>
          </p:nvGrpSpPr>
          <p:grpSpPr>
            <a:xfrm>
              <a:off x="401525" y="1761406"/>
              <a:ext cx="7820329" cy="2304256"/>
              <a:chOff x="497818" y="2204864"/>
              <a:chExt cx="8280920" cy="1881500"/>
            </a:xfrm>
          </p:grpSpPr>
          <p:sp>
            <p:nvSpPr>
              <p:cNvPr id="14" name="ZoneTexte 13"/>
              <p:cNvSpPr txBox="1"/>
              <p:nvPr/>
            </p:nvSpPr>
            <p:spPr>
              <a:xfrm>
                <a:off x="2658058" y="2204864"/>
                <a:ext cx="3384376"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en-GB" b="1" dirty="0">
                    <a:solidFill>
                      <a:srgbClr val="C00000"/>
                    </a:solidFill>
                    <a:latin typeface="Calibri" panose="020F0502020204030204"/>
                    <a:cs typeface="+mn-cs"/>
                  </a:rPr>
                  <a:t>Definition of the global system</a:t>
                </a:r>
              </a:p>
            </p:txBody>
          </p:sp>
          <p:sp>
            <p:nvSpPr>
              <p:cNvPr id="15" name="ZoneTexte 14"/>
              <p:cNvSpPr txBox="1"/>
              <p:nvPr/>
            </p:nvSpPr>
            <p:spPr>
              <a:xfrm>
                <a:off x="497818" y="2915652"/>
                <a:ext cx="2376264"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a:solidFill>
                      <a:srgbClr val="000000"/>
                    </a:solidFill>
                    <a:latin typeface="Calibri" panose="020F0502020204030204"/>
                    <a:cs typeface="+mn-cs"/>
                  </a:rPr>
                  <a:t>Time lapse </a:t>
                </a:r>
                <a:r>
                  <a:rPr lang="fr-FR" b="1" err="1">
                    <a:solidFill>
                      <a:srgbClr val="000000"/>
                    </a:solidFill>
                    <a:latin typeface="Calibri" panose="020F0502020204030204"/>
                    <a:cs typeface="+mn-cs"/>
                  </a:rPr>
                  <a:t>simulated</a:t>
                </a:r>
                <a:endParaRPr lang="fr-FR" b="1">
                  <a:solidFill>
                    <a:srgbClr val="000000"/>
                  </a:solidFill>
                  <a:latin typeface="Calibri" panose="020F0502020204030204"/>
                  <a:cs typeface="+mn-cs"/>
                </a:endParaRPr>
              </a:p>
            </p:txBody>
          </p:sp>
          <p:sp>
            <p:nvSpPr>
              <p:cNvPr id="17" name="ZoneTexte 16"/>
              <p:cNvSpPr txBox="1"/>
              <p:nvPr/>
            </p:nvSpPr>
            <p:spPr>
              <a:xfrm>
                <a:off x="6071580" y="2924944"/>
                <a:ext cx="2707158"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err="1">
                    <a:solidFill>
                      <a:srgbClr val="000000"/>
                    </a:solidFill>
                    <a:latin typeface="Calibri" panose="020F0502020204030204"/>
                    <a:cs typeface="+mn-cs"/>
                  </a:rPr>
                  <a:t>Geometry</a:t>
                </a:r>
                <a:r>
                  <a:rPr lang="fr-FR" b="1">
                    <a:solidFill>
                      <a:srgbClr val="000000"/>
                    </a:solidFill>
                    <a:latin typeface="Calibri" panose="020F0502020204030204"/>
                    <a:cs typeface="+mn-cs"/>
                  </a:rPr>
                  <a:t> of the </a:t>
                </a:r>
                <a:r>
                  <a:rPr lang="fr-FR" b="1" err="1">
                    <a:solidFill>
                      <a:srgbClr val="000000"/>
                    </a:solidFill>
                    <a:latin typeface="Calibri" panose="020F0502020204030204"/>
                    <a:cs typeface="+mn-cs"/>
                  </a:rPr>
                  <a:t>domain</a:t>
                </a:r>
                <a:endParaRPr lang="fr-FR" b="1">
                  <a:solidFill>
                    <a:srgbClr val="000000"/>
                  </a:solidFill>
                  <a:latin typeface="Calibri" panose="020F0502020204030204"/>
                  <a:cs typeface="+mn-cs"/>
                </a:endParaRPr>
              </a:p>
            </p:txBody>
          </p:sp>
          <p:sp>
            <p:nvSpPr>
              <p:cNvPr id="18" name="ZoneTexte 17"/>
              <p:cNvSpPr txBox="1"/>
              <p:nvPr/>
            </p:nvSpPr>
            <p:spPr>
              <a:xfrm>
                <a:off x="2874082" y="3717032"/>
                <a:ext cx="2880320" cy="369332"/>
              </a:xfrm>
              <a:prstGeom prst="rect">
                <a:avLst/>
              </a:prstGeom>
              <a:noFill/>
              <a:ln w="12700">
                <a:solidFill>
                  <a:schemeClr val="tx1"/>
                </a:solidFill>
              </a:ln>
            </p:spPr>
            <p:txBody>
              <a:bodyPr wrap="square" rtlCol="0">
                <a:spAutoFit/>
              </a:bodyPr>
              <a:lstStyle/>
              <a:p>
                <a:pPr algn="ctr" defTabSz="914400" eaLnBrk="1" hangingPunct="1">
                  <a:spcAft>
                    <a:spcPct val="40000"/>
                  </a:spcAft>
                  <a:buFont typeface="Wingdings" pitchFamily="2" charset="2"/>
                  <a:buNone/>
                </a:pPr>
                <a:r>
                  <a:rPr lang="fr-FR" b="1">
                    <a:solidFill>
                      <a:srgbClr val="000000"/>
                    </a:solidFill>
                    <a:latin typeface="Calibri" panose="020F0502020204030204"/>
                    <a:cs typeface="+mn-cs"/>
                  </a:rPr>
                  <a:t>Components of the system</a:t>
                </a:r>
              </a:p>
            </p:txBody>
          </p:sp>
          <p:cxnSp>
            <p:nvCxnSpPr>
              <p:cNvPr id="19" name="Connecteur droit avec flèche 18"/>
              <p:cNvCxnSpPr/>
              <p:nvPr/>
            </p:nvCxnSpPr>
            <p:spPr bwMode="auto">
              <a:xfrm>
                <a:off x="4314242" y="2564904"/>
                <a:ext cx="0" cy="1080120"/>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p:cNvCxnSpPr/>
              <p:nvPr/>
            </p:nvCxnSpPr>
            <p:spPr bwMode="auto">
              <a:xfrm flipH="1">
                <a:off x="2874082" y="3068960"/>
                <a:ext cx="720080"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20"/>
              <p:cNvCxnSpPr/>
              <p:nvPr/>
            </p:nvCxnSpPr>
            <p:spPr bwMode="auto">
              <a:xfrm>
                <a:off x="5034322" y="2564904"/>
                <a:ext cx="0" cy="57606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avec flèche 21"/>
              <p:cNvCxnSpPr/>
              <p:nvPr/>
            </p:nvCxnSpPr>
            <p:spPr bwMode="auto">
              <a:xfrm>
                <a:off x="5034322" y="3140968"/>
                <a:ext cx="1008112"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droit 22"/>
              <p:cNvCxnSpPr/>
              <p:nvPr/>
            </p:nvCxnSpPr>
            <p:spPr bwMode="auto">
              <a:xfrm>
                <a:off x="3594162" y="2574196"/>
                <a:ext cx="0" cy="49476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24" name="Text Box 2"/>
          <p:cNvSpPr txBox="1">
            <a:spLocks noChangeArrowheads="1"/>
          </p:cNvSpPr>
          <p:nvPr/>
        </p:nvSpPr>
        <p:spPr bwMode="auto">
          <a:xfrm>
            <a:off x="0" y="60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smtClean="0">
                <a:solidFill>
                  <a:srgbClr val="001A70"/>
                </a:solidFill>
                <a:cs typeface="Arial" panose="020B0604020202020204" pitchFamily="34" charset="0"/>
              </a:rPr>
              <a:t>Create a catalog </a:t>
            </a:r>
            <a:endParaRPr lang="en-US" altLang="fr-FR" sz="2800" dirty="0">
              <a:solidFill>
                <a:srgbClr val="001A70"/>
              </a:solidFill>
              <a:cs typeface="Arial" panose="020B0604020202020204" pitchFamily="34" charset="0"/>
            </a:endParaRPr>
          </a:p>
        </p:txBody>
      </p:sp>
      <p:sp>
        <p:nvSpPr>
          <p:cNvPr id="25" name="Rectangle 24"/>
          <p:cNvSpPr/>
          <p:nvPr/>
        </p:nvSpPr>
        <p:spPr>
          <a:xfrm>
            <a:off x="0" y="4540582"/>
            <a:ext cx="7533304" cy="400110"/>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a:t>
            </a:r>
            <a:r>
              <a:rPr lang="en-US" altLang="fr-FR" dirty="0">
                <a:solidFill>
                  <a:srgbClr val="002060"/>
                </a:solidFill>
              </a:rPr>
              <a:t>I</a:t>
            </a:r>
            <a:r>
              <a:rPr lang="en-US" altLang="fr-FR" dirty="0" smtClean="0">
                <a:solidFill>
                  <a:srgbClr val="002060"/>
                </a:solidFill>
              </a:rPr>
              <a:t>dentify properties (cardinality, type, user-defined types …)</a:t>
            </a:r>
            <a:endParaRPr lang="fr-FR" altLang="fr-FR" dirty="0">
              <a:solidFill>
                <a:srgbClr val="002060"/>
              </a:solidFill>
            </a:endParaRPr>
          </a:p>
        </p:txBody>
      </p:sp>
      <p:sp>
        <p:nvSpPr>
          <p:cNvPr id="27" name="Rectangle 26"/>
          <p:cNvSpPr/>
          <p:nvPr/>
        </p:nvSpPr>
        <p:spPr>
          <a:xfrm>
            <a:off x="82062" y="5168866"/>
            <a:ext cx="7533304" cy="400110"/>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a:t>
            </a:r>
            <a:r>
              <a:rPr lang="en-US" altLang="fr-FR" dirty="0">
                <a:solidFill>
                  <a:srgbClr val="002060"/>
                </a:solidFill>
              </a:rPr>
              <a:t>I</a:t>
            </a:r>
            <a:r>
              <a:rPr lang="en-US" altLang="fr-FR" dirty="0" smtClean="0">
                <a:solidFill>
                  <a:srgbClr val="002060"/>
                </a:solidFill>
              </a:rPr>
              <a:t>dentify rules and conditions d existence</a:t>
            </a:r>
            <a:endParaRPr lang="fr-FR" altLang="fr-FR" dirty="0">
              <a:solidFill>
                <a:srgbClr val="002060"/>
              </a:solidFill>
            </a:endParaRPr>
          </a:p>
        </p:txBody>
      </p:sp>
    </p:spTree>
    <p:extLst>
      <p:ext uri="{BB962C8B-B14F-4D97-AF65-F5344CB8AC3E}">
        <p14:creationId xmlns:p14="http://schemas.microsoft.com/office/powerpoint/2010/main" val="376891034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3</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450813" y="3244334"/>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28" name="ZoneTexte 27"/>
          <p:cNvSpPr txBox="1"/>
          <p:nvPr/>
        </p:nvSpPr>
        <p:spPr>
          <a:xfrm>
            <a:off x="130333" y="2421354"/>
            <a:ext cx="4476836" cy="3600986"/>
          </a:xfrm>
          <a:prstGeom prst="rect">
            <a:avLst/>
          </a:prstGeom>
          <a:solidFill>
            <a:srgbClr val="EEFFCC"/>
          </a:solidFill>
        </p:spPr>
        <p:txBody>
          <a:bodyPr wrap="square" rtlCol="0">
            <a:spAutoFit/>
          </a:bodyPr>
          <a:lstStyle/>
          <a:p>
            <a:pPr defTabSz="914400" eaLnBrk="1" hangingPunct="1">
              <a:spcAft>
                <a:spcPts val="0"/>
              </a:spcAft>
              <a:buFont typeface="Wingdings" pitchFamily="2" charset="2"/>
              <a:buNone/>
            </a:pPr>
            <a:r>
              <a:rPr lang="fr-FR" sz="1200" b="1" dirty="0" err="1">
                <a:solidFill>
                  <a:srgbClr val="FF0000"/>
                </a:solidFill>
                <a:latin typeface="Courier New" panose="02070309020205020404" pitchFamily="49" charset="0"/>
                <a:cs typeface="Courier New" panose="02070309020205020404" pitchFamily="49" charset="0"/>
              </a:rPr>
              <a:t>from</a:t>
            </a:r>
            <a:r>
              <a:rPr lang="fr-FR" sz="1200" b="1" dirty="0">
                <a:solidFill>
                  <a:srgbClr val="FF0000"/>
                </a:solidFill>
                <a:latin typeface="Courier New" panose="02070309020205020404" pitchFamily="49" charset="0"/>
                <a:cs typeface="Courier New" panose="02070309020205020404" pitchFamily="49" charset="0"/>
              </a:rPr>
              <a:t> </a:t>
            </a:r>
            <a:r>
              <a:rPr lang="fr-FR" sz="1200" b="1" dirty="0" err="1">
                <a:solidFill>
                  <a:srgbClr val="FF0000"/>
                </a:solidFill>
                <a:latin typeface="Courier New" panose="02070309020205020404" pitchFamily="49" charset="0"/>
                <a:cs typeface="Courier New" panose="02070309020205020404" pitchFamily="49" charset="0"/>
              </a:rPr>
              <a:t>Accas</a:t>
            </a:r>
            <a:r>
              <a:rPr lang="fr-FR" sz="1200" b="1" dirty="0">
                <a:solidFill>
                  <a:srgbClr val="FF0000"/>
                </a:solidFill>
                <a:latin typeface="Courier New" panose="02070309020205020404" pitchFamily="49" charset="0"/>
                <a:cs typeface="Courier New" panose="02070309020205020404" pitchFamily="49" charset="0"/>
              </a:rPr>
              <a:t> </a:t>
            </a:r>
            <a:r>
              <a:rPr lang="fr-FR" sz="1200" b="1" dirty="0" smtClean="0">
                <a:solidFill>
                  <a:srgbClr val="000000"/>
                </a:solidFill>
                <a:latin typeface="Courier New" panose="02070309020205020404" pitchFamily="49" charset="0"/>
                <a:cs typeface="Courier New" panose="02070309020205020404" pitchFamily="49" charset="0"/>
              </a:rPr>
              <a:t>import </a:t>
            </a:r>
            <a:r>
              <a:rPr lang="fr-FR" sz="1200" b="1" dirty="0">
                <a:solidFill>
                  <a:srgbClr val="000000"/>
                </a:solidFill>
                <a:latin typeface="Courier New" panose="02070309020205020404" pitchFamily="49" charset="0"/>
                <a:cs typeface="Courier New" panose="02070309020205020404" pitchFamily="49" charset="0"/>
              </a:rPr>
              <a:t>*</a:t>
            </a:r>
          </a:p>
          <a:p>
            <a:pPr defTabSz="914400" eaLnBrk="1" hangingPunct="1">
              <a:spcAft>
                <a:spcPts val="0"/>
              </a:spcAft>
              <a:buFont typeface="Wingdings" pitchFamily="2" charset="2"/>
              <a:buNone/>
            </a:pPr>
            <a:r>
              <a:rPr lang="fr-FR" sz="1200" b="1" dirty="0">
                <a:solidFill>
                  <a:srgbClr val="000000"/>
                </a:solidFill>
                <a:latin typeface="Courier New" panose="02070309020205020404" pitchFamily="49" charset="0"/>
                <a:cs typeface="Courier New" panose="02070309020205020404" pitchFamily="49" charset="0"/>
              </a:rPr>
              <a:t>VERSION_CATALOGUE=</a:t>
            </a:r>
            <a:r>
              <a:rPr lang="fr-FR" sz="1200" b="1" dirty="0" smtClean="0">
                <a:solidFill>
                  <a:srgbClr val="000000"/>
                </a:solidFill>
                <a:latin typeface="Courier New" panose="02070309020205020404" pitchFamily="49" charset="0"/>
                <a:cs typeface="Courier New" panose="02070309020205020404" pitchFamily="49" charset="0"/>
              </a:rPr>
              <a:t>'VimmpV16‘</a:t>
            </a: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err="1">
                <a:solidFill>
                  <a:srgbClr val="FF0000"/>
                </a:solidFill>
                <a:latin typeface="Courier New" panose="02070309020205020404" pitchFamily="49" charset="0"/>
                <a:cs typeface="Courier New" panose="02070309020205020404" pitchFamily="49" charset="0"/>
              </a:rPr>
              <a:t>JdC</a:t>
            </a:r>
            <a:r>
              <a:rPr lang="fr-FR" sz="1200" b="1" dirty="0">
                <a:solidFill>
                  <a:srgbClr val="000000"/>
                </a:solidFill>
                <a:latin typeface="Courier New" panose="02070309020205020404" pitchFamily="49" charset="0"/>
                <a:cs typeface="Courier New" panose="02070309020205020404" pitchFamily="49" charset="0"/>
              </a:rPr>
              <a:t> = JDC_CATA (</a:t>
            </a:r>
          </a:p>
          <a:p>
            <a:pPr defTabSz="914400" eaLnBrk="1" hangingPunct="1">
              <a:spcAft>
                <a:spcPts val="0"/>
              </a:spcAft>
              <a:buFont typeface="Wingdings" pitchFamily="2" charset="2"/>
              <a:buNone/>
            </a:pPr>
            <a:r>
              <a:rPr lang="fr-FR" sz="1200" b="1" dirty="0" smtClean="0">
                <a:solidFill>
                  <a:srgbClr val="000000"/>
                </a:solidFill>
                <a:latin typeface="Courier New" panose="02070309020205020404" pitchFamily="49" charset="0"/>
                <a:cs typeface="Courier New" panose="02070309020205020404" pitchFamily="49" charset="0"/>
              </a:rPr>
              <a:t>   code </a:t>
            </a:r>
            <a:r>
              <a:rPr lang="fr-FR" sz="1200" b="1" dirty="0">
                <a:solidFill>
                  <a:srgbClr val="000000"/>
                </a:solidFill>
                <a:latin typeface="Courier New" panose="02070309020205020404" pitchFamily="49" charset="0"/>
                <a:cs typeface="Courier New" panose="02070309020205020404" pitchFamily="49" charset="0"/>
              </a:rPr>
              <a:t>= '</a:t>
            </a:r>
            <a:r>
              <a:rPr lang="fr-FR" sz="1200" b="1" dirty="0" err="1">
                <a:solidFill>
                  <a:srgbClr val="000000"/>
                </a:solidFill>
                <a:latin typeface="Courier New" panose="02070309020205020404" pitchFamily="49" charset="0"/>
                <a:cs typeface="Courier New" panose="02070309020205020404" pitchFamily="49" charset="0"/>
              </a:rPr>
              <a:t>Vimmp</a:t>
            </a:r>
            <a:r>
              <a:rPr lang="fr-FR" sz="1200" b="1" dirty="0" smtClean="0">
                <a:solidFill>
                  <a:srgbClr val="000000"/>
                </a:solidFill>
                <a:latin typeface="Courier New" panose="02070309020205020404" pitchFamily="49" charset="0"/>
                <a:cs typeface="Courier New" panose="02070309020205020404" pitchFamily="49" charset="0"/>
              </a:rPr>
              <a:t>',</a:t>
            </a:r>
          </a:p>
          <a:p>
            <a:pPr defTabSz="914400" eaLnBrk="1" hangingPunct="1">
              <a:spcAft>
                <a:spcPts val="0"/>
              </a:spcAft>
              <a:buFont typeface="Wingdings" pitchFamily="2" charset="2"/>
              <a:buNone/>
            </a:pPr>
            <a:r>
              <a:rPr lang="fr-FR" sz="1200" b="1" dirty="0" smtClean="0">
                <a:solidFill>
                  <a:srgbClr val="000000"/>
                </a:solidFill>
                <a:latin typeface="Courier New" panose="02070309020205020404" pitchFamily="49" charset="0"/>
                <a:cs typeface="Courier New" panose="02070309020205020404" pitchFamily="49" charset="0"/>
              </a:rPr>
              <a:t>)</a:t>
            </a: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en-US" sz="1200" b="1" dirty="0" smtClean="0">
                <a:solidFill>
                  <a:srgbClr val="000000"/>
                </a:solidFill>
                <a:latin typeface="Courier New" panose="02070309020205020404" pitchFamily="49" charset="0"/>
                <a:cs typeface="Courier New" panose="02070309020205020404" pitchFamily="49" charset="0"/>
              </a:rPr>
              <a:t> </a:t>
            </a: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sp>
        <p:nvSpPr>
          <p:cNvPr id="24" name="Text Box 2"/>
          <p:cNvSpPr txBox="1">
            <a:spLocks noChangeArrowheads="1"/>
          </p:cNvSpPr>
          <p:nvPr/>
        </p:nvSpPr>
        <p:spPr bwMode="auto">
          <a:xfrm>
            <a:off x="0" y="60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smtClean="0">
                <a:solidFill>
                  <a:srgbClr val="001A70"/>
                </a:solidFill>
                <a:cs typeface="Arial" panose="020B0604020202020204" pitchFamily="34" charset="0"/>
              </a:rPr>
              <a:t>Focus  on a catalog </a:t>
            </a:r>
            <a:endParaRPr lang="en-US" altLang="fr-FR" sz="2800" dirty="0">
              <a:solidFill>
                <a:srgbClr val="001A70"/>
              </a:solidFill>
              <a:cs typeface="Arial" panose="020B0604020202020204" pitchFamily="34" charset="0"/>
            </a:endParaRPr>
          </a:p>
        </p:txBody>
      </p:sp>
      <p:sp>
        <p:nvSpPr>
          <p:cNvPr id="25" name="Rectangle 24"/>
          <p:cNvSpPr/>
          <p:nvPr/>
        </p:nvSpPr>
        <p:spPr>
          <a:xfrm>
            <a:off x="130333" y="843403"/>
            <a:ext cx="7533304" cy="1346522"/>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a:t>
            </a:r>
            <a:r>
              <a:rPr lang="en-US" altLang="fr-FR" dirty="0">
                <a:solidFill>
                  <a:srgbClr val="002060"/>
                </a:solidFill>
              </a:rPr>
              <a:t>C</a:t>
            </a:r>
            <a:r>
              <a:rPr lang="en-US" altLang="fr-FR" dirty="0" smtClean="0">
                <a:solidFill>
                  <a:srgbClr val="002060"/>
                </a:solidFill>
              </a:rPr>
              <a:t>atalog is a python file </a:t>
            </a:r>
          </a:p>
          <a:p>
            <a:pPr marL="914400" lvl="2" indent="0" eaLnBrk="1">
              <a:spcBef>
                <a:spcPts val="300"/>
              </a:spcBef>
              <a:buClr>
                <a:srgbClr val="001A70"/>
              </a:buClr>
              <a:defRPr/>
            </a:pPr>
            <a:r>
              <a:rPr lang="en-US" altLang="fr-FR" dirty="0">
                <a:solidFill>
                  <a:srgbClr val="002060"/>
                </a:solidFill>
              </a:rPr>
              <a:t>i</a:t>
            </a:r>
            <a:r>
              <a:rPr lang="en-US" altLang="fr-FR" dirty="0" smtClean="0">
                <a:solidFill>
                  <a:srgbClr val="002060"/>
                </a:solidFill>
              </a:rPr>
              <a:t>s executed</a:t>
            </a:r>
          </a:p>
          <a:p>
            <a:pPr marL="914400" lvl="2" indent="0" eaLnBrk="1">
              <a:spcBef>
                <a:spcPts val="300"/>
              </a:spcBef>
              <a:buClr>
                <a:srgbClr val="001A70"/>
              </a:buClr>
              <a:defRPr/>
            </a:pPr>
            <a:r>
              <a:rPr lang="en-US" altLang="fr-FR" dirty="0">
                <a:solidFill>
                  <a:srgbClr val="002060"/>
                </a:solidFill>
              </a:rPr>
              <a:t>c</a:t>
            </a:r>
            <a:r>
              <a:rPr lang="en-US" altLang="fr-FR" dirty="0" smtClean="0">
                <a:solidFill>
                  <a:srgbClr val="002060"/>
                </a:solidFill>
              </a:rPr>
              <a:t>ontains functions</a:t>
            </a:r>
          </a:p>
          <a:p>
            <a:pPr marL="914400" lvl="2" indent="0" eaLnBrk="1">
              <a:spcBef>
                <a:spcPts val="300"/>
              </a:spcBef>
              <a:buClr>
                <a:srgbClr val="001A70"/>
              </a:buClr>
              <a:defRPr/>
            </a:pPr>
            <a:endParaRPr lang="en-US" altLang="fr-FR" dirty="0" smtClean="0">
              <a:solidFill>
                <a:srgbClr val="002060"/>
              </a:solidFill>
            </a:endParaRPr>
          </a:p>
        </p:txBody>
      </p:sp>
      <p:sp>
        <p:nvSpPr>
          <p:cNvPr id="26" name="ZoneTexte 25"/>
          <p:cNvSpPr txBox="1"/>
          <p:nvPr/>
        </p:nvSpPr>
        <p:spPr>
          <a:xfrm>
            <a:off x="5111262" y="2414251"/>
            <a:ext cx="4047038" cy="3785652"/>
          </a:xfrm>
          <a:prstGeom prst="rect">
            <a:avLst/>
          </a:prstGeom>
          <a:noFill/>
        </p:spPr>
        <p:txBody>
          <a:bodyPr wrap="square" rtlCol="0">
            <a:spAutoFit/>
          </a:bodyPr>
          <a:lstStyle/>
          <a:p>
            <a:pPr defTabSz="914400" eaLnBrk="1" hangingPunct="1">
              <a:spcAft>
                <a:spcPts val="0"/>
              </a:spcAft>
              <a:buFont typeface="Wingdings" pitchFamily="2" charset="2"/>
              <a:buNone/>
            </a:pPr>
            <a:endParaRPr lang="fr-FR" sz="1200" b="1" dirty="0">
              <a:solidFill>
                <a:srgbClr val="4519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451900"/>
                </a:solidFill>
                <a:latin typeface="Courier New" panose="02070309020205020404" pitchFamily="49" charset="0"/>
                <a:cs typeface="Courier New" panose="02070309020205020404" pitchFamily="49" charset="0"/>
              </a:rPr>
              <a:t>Import </a:t>
            </a:r>
            <a:r>
              <a:rPr lang="fr-FR" sz="1200" b="1" dirty="0" err="1" smtClean="0">
                <a:solidFill>
                  <a:srgbClr val="451900"/>
                </a:solidFill>
                <a:latin typeface="Courier New" panose="02070309020205020404" pitchFamily="49" charset="0"/>
                <a:cs typeface="Courier New" panose="02070309020205020404" pitchFamily="49" charset="0"/>
              </a:rPr>
              <a:t>Accas</a:t>
            </a:r>
            <a:r>
              <a:rPr lang="fr-FR" sz="1200" b="1" dirty="0" smtClean="0">
                <a:solidFill>
                  <a:srgbClr val="451900"/>
                </a:solidFill>
                <a:latin typeface="Courier New" panose="02070309020205020404" pitchFamily="49" charset="0"/>
                <a:cs typeface="Courier New" panose="02070309020205020404" pitchFamily="49" charset="0"/>
              </a:rPr>
              <a:t> Classes</a:t>
            </a: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err="1" smtClean="0">
                <a:solidFill>
                  <a:srgbClr val="000000"/>
                </a:solidFill>
                <a:latin typeface="Courier New" panose="02070309020205020404" pitchFamily="49" charset="0"/>
                <a:cs typeface="Courier New" panose="02070309020205020404" pitchFamily="49" charset="0"/>
              </a:rPr>
              <a:t>Root</a:t>
            </a:r>
            <a:r>
              <a:rPr lang="fr-FR" sz="1200" b="1" dirty="0" smtClean="0">
                <a:solidFill>
                  <a:srgbClr val="000000"/>
                </a:solidFill>
                <a:latin typeface="Courier New" panose="02070309020205020404" pitchFamily="49" charset="0"/>
                <a:cs typeface="Courier New" panose="02070309020205020404" pitchFamily="49" charset="0"/>
              </a:rPr>
              <a:t> </a:t>
            </a:r>
            <a:r>
              <a:rPr lang="fr-FR" sz="1200" b="1" dirty="0" err="1" smtClean="0">
                <a:solidFill>
                  <a:srgbClr val="000000"/>
                </a:solidFill>
                <a:latin typeface="Courier New" panose="02070309020205020404" pitchFamily="49" charset="0"/>
                <a:cs typeface="Courier New" panose="02070309020205020404" pitchFamily="49" charset="0"/>
              </a:rPr>
              <a:t>Node</a:t>
            </a:r>
            <a:r>
              <a:rPr lang="fr-FR" sz="1200" b="1" dirty="0" smtClean="0">
                <a:solidFill>
                  <a:srgbClr val="000000"/>
                </a:solidFill>
                <a:latin typeface="Courier New" panose="02070309020205020404" pitchFamily="49" charset="0"/>
                <a:cs typeface="Courier New" panose="02070309020205020404" pitchFamily="49" charset="0"/>
              </a:rPr>
              <a:t> : </a:t>
            </a:r>
          </a:p>
          <a:p>
            <a:pPr defTabSz="914400" eaLnBrk="1" hangingPunct="1">
              <a:spcAft>
                <a:spcPts val="0"/>
              </a:spcAft>
              <a:buFont typeface="Wingdings" pitchFamily="2" charset="2"/>
              <a:buNone/>
            </a:pPr>
            <a:r>
              <a:rPr lang="fr-FR" sz="1200" b="1" dirty="0" err="1" smtClean="0">
                <a:solidFill>
                  <a:srgbClr val="000000"/>
                </a:solidFill>
                <a:latin typeface="Courier New" panose="02070309020205020404" pitchFamily="49" charset="0"/>
                <a:cs typeface="Courier New" panose="02070309020205020404" pitchFamily="49" charset="0"/>
              </a:rPr>
              <a:t>Only</a:t>
            </a:r>
            <a:r>
              <a:rPr lang="fr-FR" sz="1200" b="1" dirty="0" smtClean="0">
                <a:solidFill>
                  <a:srgbClr val="000000"/>
                </a:solidFill>
                <a:latin typeface="Courier New" panose="02070309020205020404" pitchFamily="49" charset="0"/>
                <a:cs typeface="Courier New" panose="02070309020205020404" pitchFamily="49" charset="0"/>
              </a:rPr>
              <a:t> </a:t>
            </a:r>
            <a:r>
              <a:rPr lang="fr-FR" sz="1200" b="1" dirty="0" err="1" smtClean="0">
                <a:solidFill>
                  <a:srgbClr val="000000"/>
                </a:solidFill>
                <a:latin typeface="Courier New" panose="02070309020205020404" pitchFamily="49" charset="0"/>
                <a:cs typeface="Courier New" panose="02070309020205020404" pitchFamily="49" charset="0"/>
              </a:rPr>
              <a:t>Mandoratory</a:t>
            </a:r>
            <a:r>
              <a:rPr lang="fr-FR" sz="1200" b="1" dirty="0" smtClean="0">
                <a:solidFill>
                  <a:srgbClr val="000000"/>
                </a:solidFill>
                <a:latin typeface="Courier New" panose="02070309020205020404" pitchFamily="49" charset="0"/>
                <a:cs typeface="Courier New" panose="02070309020205020404" pitchFamily="49" charset="0"/>
              </a:rPr>
              <a:t> line</a:t>
            </a: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000000"/>
                </a:solidFill>
                <a:latin typeface="Courier New" panose="02070309020205020404" pitchFamily="49" charset="0"/>
                <a:cs typeface="Courier New" panose="02070309020205020404" pitchFamily="49" charset="0"/>
              </a:rPr>
              <a:t> </a:t>
            </a: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en-US" sz="1200" b="1" dirty="0" smtClean="0">
                <a:solidFill>
                  <a:srgbClr val="000000"/>
                </a:solidFill>
                <a:latin typeface="Courier New" panose="02070309020205020404" pitchFamily="49" charset="0"/>
                <a:cs typeface="Courier New" panose="02070309020205020404" pitchFamily="49" charset="0"/>
              </a:rPr>
              <a:t> </a:t>
            </a: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cxnSp>
        <p:nvCxnSpPr>
          <p:cNvPr id="9" name="Connecteur droit avec flèche 8"/>
          <p:cNvCxnSpPr/>
          <p:nvPr/>
        </p:nvCxnSpPr>
        <p:spPr bwMode="auto">
          <a:xfrm>
            <a:off x="3188677" y="2754923"/>
            <a:ext cx="1922585" cy="12"/>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29" name="Connecteur droit avec flèche 28"/>
          <p:cNvCxnSpPr/>
          <p:nvPr/>
        </p:nvCxnSpPr>
        <p:spPr bwMode="auto">
          <a:xfrm flipV="1">
            <a:off x="3182815" y="3405554"/>
            <a:ext cx="1934308" cy="23446"/>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78145204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4</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556321" y="3830488"/>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28" name="ZoneTexte 27"/>
          <p:cNvSpPr txBox="1"/>
          <p:nvPr/>
        </p:nvSpPr>
        <p:spPr>
          <a:xfrm>
            <a:off x="235841" y="3007508"/>
            <a:ext cx="4418221" cy="1754326"/>
          </a:xfrm>
          <a:prstGeom prst="rect">
            <a:avLst/>
          </a:prstGeom>
          <a:solidFill>
            <a:srgbClr val="EEFFCC"/>
          </a:solidFill>
        </p:spPr>
        <p:txBody>
          <a:bodyPr wrap="square" rtlCol="0">
            <a:spAutoFit/>
          </a:bodyPr>
          <a:lstStyle/>
          <a:p>
            <a:pPr defTabSz="914400" eaLnBrk="1" hangingPunct="1">
              <a:spcAft>
                <a:spcPts val="0"/>
              </a:spcAft>
              <a:buFont typeface="Wingdings" pitchFamily="2" charset="2"/>
              <a:buNone/>
            </a:pPr>
            <a:r>
              <a:rPr lang="fr-FR" sz="1200" b="1" dirty="0" err="1">
                <a:solidFill>
                  <a:srgbClr val="FF0000"/>
                </a:solidFill>
                <a:latin typeface="Courier New" panose="02070309020205020404" pitchFamily="49" charset="0"/>
                <a:cs typeface="Courier New" panose="02070309020205020404" pitchFamily="49" charset="0"/>
              </a:rPr>
              <a:t>from</a:t>
            </a:r>
            <a:r>
              <a:rPr lang="fr-FR" sz="1200" b="1" dirty="0">
                <a:solidFill>
                  <a:srgbClr val="FF0000"/>
                </a:solidFill>
                <a:latin typeface="Courier New" panose="02070309020205020404" pitchFamily="49" charset="0"/>
                <a:cs typeface="Courier New" panose="02070309020205020404" pitchFamily="49" charset="0"/>
              </a:rPr>
              <a:t> </a:t>
            </a:r>
            <a:r>
              <a:rPr lang="fr-FR" sz="1200" b="1" dirty="0" err="1">
                <a:solidFill>
                  <a:srgbClr val="FF0000"/>
                </a:solidFill>
                <a:latin typeface="Courier New" panose="02070309020205020404" pitchFamily="49" charset="0"/>
                <a:cs typeface="Courier New" panose="02070309020205020404" pitchFamily="49" charset="0"/>
              </a:rPr>
              <a:t>Accas</a:t>
            </a:r>
            <a:r>
              <a:rPr lang="fr-FR" sz="1200" b="1" dirty="0">
                <a:solidFill>
                  <a:srgbClr val="FF0000"/>
                </a:solidFill>
                <a:latin typeface="Courier New" panose="02070309020205020404" pitchFamily="49" charset="0"/>
                <a:cs typeface="Courier New" panose="02070309020205020404" pitchFamily="49" charset="0"/>
              </a:rPr>
              <a:t> </a:t>
            </a:r>
            <a:r>
              <a:rPr lang="fr-FR" sz="1200" b="1" dirty="0" smtClean="0">
                <a:solidFill>
                  <a:srgbClr val="000000"/>
                </a:solidFill>
                <a:latin typeface="Courier New" panose="02070309020205020404" pitchFamily="49" charset="0"/>
                <a:cs typeface="Courier New" panose="02070309020205020404" pitchFamily="49" charset="0"/>
              </a:rPr>
              <a:t>import </a:t>
            </a:r>
            <a:r>
              <a:rPr lang="fr-FR" sz="1200" b="1" dirty="0">
                <a:solidFill>
                  <a:srgbClr val="000000"/>
                </a:solidFill>
                <a:latin typeface="Courier New" panose="02070309020205020404" pitchFamily="49" charset="0"/>
                <a:cs typeface="Courier New" panose="02070309020205020404" pitchFamily="49" charset="0"/>
              </a:rPr>
              <a:t>*</a:t>
            </a:r>
          </a:p>
          <a:p>
            <a:pPr defTabSz="914400" eaLnBrk="1" hangingPunct="1">
              <a:spcAft>
                <a:spcPts val="0"/>
              </a:spcAft>
              <a:buFont typeface="Wingdings" pitchFamily="2" charset="2"/>
              <a:buNone/>
            </a:pPr>
            <a:r>
              <a:rPr lang="fr-FR" sz="1200" b="1" dirty="0">
                <a:solidFill>
                  <a:srgbClr val="000000"/>
                </a:solidFill>
                <a:latin typeface="Courier New" panose="02070309020205020404" pitchFamily="49" charset="0"/>
                <a:cs typeface="Courier New" panose="02070309020205020404" pitchFamily="49" charset="0"/>
              </a:rPr>
              <a:t>VERSION_CATALOGUE=</a:t>
            </a:r>
            <a:r>
              <a:rPr lang="fr-FR" sz="1200" b="1" dirty="0" smtClean="0">
                <a:solidFill>
                  <a:srgbClr val="000000"/>
                </a:solidFill>
                <a:latin typeface="Courier New" panose="02070309020205020404" pitchFamily="49" charset="0"/>
                <a:cs typeface="Courier New" panose="02070309020205020404" pitchFamily="49" charset="0"/>
              </a:rPr>
              <a:t>'VimmpV16‘</a:t>
            </a: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err="1">
                <a:solidFill>
                  <a:srgbClr val="FF0000"/>
                </a:solidFill>
                <a:latin typeface="Courier New" panose="02070309020205020404" pitchFamily="49" charset="0"/>
                <a:cs typeface="Courier New" panose="02070309020205020404" pitchFamily="49" charset="0"/>
              </a:rPr>
              <a:t>JdC</a:t>
            </a:r>
            <a:r>
              <a:rPr lang="fr-FR" sz="1200" b="1" dirty="0">
                <a:solidFill>
                  <a:srgbClr val="000000"/>
                </a:solidFill>
                <a:latin typeface="Courier New" panose="02070309020205020404" pitchFamily="49" charset="0"/>
                <a:cs typeface="Courier New" panose="02070309020205020404" pitchFamily="49" charset="0"/>
              </a:rPr>
              <a:t> = JDC_CATA (</a:t>
            </a:r>
          </a:p>
          <a:p>
            <a:pPr defTabSz="914400" eaLnBrk="1" hangingPunct="1">
              <a:spcAft>
                <a:spcPts val="0"/>
              </a:spcAft>
              <a:buFont typeface="Wingdings" pitchFamily="2" charset="2"/>
              <a:buNone/>
            </a:pPr>
            <a:r>
              <a:rPr lang="fr-FR" sz="1200" b="1" dirty="0" smtClean="0">
                <a:solidFill>
                  <a:srgbClr val="000000"/>
                </a:solidFill>
                <a:latin typeface="Courier New" panose="02070309020205020404" pitchFamily="49" charset="0"/>
                <a:cs typeface="Courier New" panose="02070309020205020404" pitchFamily="49" charset="0"/>
              </a:rPr>
              <a:t>   code </a:t>
            </a:r>
            <a:r>
              <a:rPr lang="fr-FR" sz="1200" b="1" dirty="0">
                <a:solidFill>
                  <a:srgbClr val="000000"/>
                </a:solidFill>
                <a:latin typeface="Courier New" panose="02070309020205020404" pitchFamily="49" charset="0"/>
                <a:cs typeface="Courier New" panose="02070309020205020404" pitchFamily="49" charset="0"/>
              </a:rPr>
              <a:t>= '</a:t>
            </a:r>
            <a:r>
              <a:rPr lang="fr-FR" sz="1200" b="1" dirty="0" err="1">
                <a:solidFill>
                  <a:srgbClr val="000000"/>
                </a:solidFill>
                <a:latin typeface="Courier New" panose="02070309020205020404" pitchFamily="49" charset="0"/>
                <a:cs typeface="Courier New" panose="02070309020205020404" pitchFamily="49" charset="0"/>
              </a:rPr>
              <a:t>Vimmp</a:t>
            </a:r>
            <a:r>
              <a:rPr lang="fr-FR" sz="1200" b="1" dirty="0" smtClean="0">
                <a:solidFill>
                  <a:srgbClr val="000000"/>
                </a:solidFill>
                <a:latin typeface="Courier New" panose="02070309020205020404" pitchFamily="49" charset="0"/>
                <a:cs typeface="Courier New" panose="02070309020205020404" pitchFamily="49" charset="0"/>
              </a:rPr>
              <a:t>',</a:t>
            </a:r>
          </a:p>
          <a:p>
            <a:pPr defTabSz="914400" eaLnBrk="1" hangingPunct="1">
              <a:spcAft>
                <a:spcPts val="0"/>
              </a:spcAft>
              <a:buFont typeface="Wingdings" pitchFamily="2" charset="2"/>
              <a:buNone/>
            </a:pPr>
            <a:r>
              <a:rPr lang="fr-FR" sz="1200" b="1" dirty="0" smtClean="0">
                <a:solidFill>
                  <a:srgbClr val="000000"/>
                </a:solidFill>
                <a:latin typeface="Courier New" panose="02070309020205020404" pitchFamily="49" charset="0"/>
                <a:cs typeface="Courier New" panose="02070309020205020404" pitchFamily="49" charset="0"/>
              </a:rPr>
              <a:t>)</a:t>
            </a:r>
            <a:endParaRPr lang="en-US"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en-US" sz="1200" b="1" dirty="0" smtClean="0">
                <a:solidFill>
                  <a:srgbClr val="000000"/>
                </a:solidFill>
                <a:latin typeface="Courier New" panose="02070309020205020404" pitchFamily="49" charset="0"/>
                <a:cs typeface="Courier New" panose="02070309020205020404" pitchFamily="49" charset="0"/>
              </a:rPr>
              <a:t> </a:t>
            </a: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sp>
        <p:nvSpPr>
          <p:cNvPr id="24" name="Text Box 2"/>
          <p:cNvSpPr txBox="1">
            <a:spLocks noChangeArrowheads="1"/>
          </p:cNvSpPr>
          <p:nvPr/>
        </p:nvSpPr>
        <p:spPr bwMode="auto">
          <a:xfrm>
            <a:off x="0" y="60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smtClean="0">
                <a:solidFill>
                  <a:srgbClr val="001A70"/>
                </a:solidFill>
                <a:cs typeface="Arial" panose="020B0604020202020204" pitchFamily="34" charset="0"/>
              </a:rPr>
              <a:t>Focus  on  </a:t>
            </a:r>
            <a:r>
              <a:rPr lang="en-US" altLang="fr-FR" sz="2800" dirty="0" err="1" smtClean="0">
                <a:solidFill>
                  <a:srgbClr val="001A70"/>
                </a:solidFill>
                <a:cs typeface="Arial" panose="020B0604020202020204" pitchFamily="34" charset="0"/>
              </a:rPr>
              <a:t>Vimmp</a:t>
            </a:r>
            <a:r>
              <a:rPr lang="en-US" altLang="fr-FR" sz="2800" dirty="0" smtClean="0">
                <a:solidFill>
                  <a:srgbClr val="001A70"/>
                </a:solidFill>
                <a:cs typeface="Arial" panose="020B0604020202020204" pitchFamily="34" charset="0"/>
              </a:rPr>
              <a:t> catalog </a:t>
            </a:r>
            <a:endParaRPr lang="en-US" altLang="fr-FR" sz="2800" dirty="0">
              <a:solidFill>
                <a:srgbClr val="001A70"/>
              </a:solidFill>
              <a:cs typeface="Arial" panose="020B0604020202020204" pitchFamily="34" charset="0"/>
            </a:endParaRPr>
          </a:p>
        </p:txBody>
      </p:sp>
      <p:sp>
        <p:nvSpPr>
          <p:cNvPr id="25" name="Rectangle 24"/>
          <p:cNvSpPr/>
          <p:nvPr/>
        </p:nvSpPr>
        <p:spPr>
          <a:xfrm>
            <a:off x="130333" y="843403"/>
            <a:ext cx="7533304" cy="1661993"/>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a:t>
            </a:r>
            <a:r>
              <a:rPr lang="en-US" altLang="fr-FR" dirty="0">
                <a:solidFill>
                  <a:srgbClr val="002060"/>
                </a:solidFill>
              </a:rPr>
              <a:t>C</a:t>
            </a:r>
            <a:r>
              <a:rPr lang="en-US" altLang="fr-FR" dirty="0" smtClean="0">
                <a:solidFill>
                  <a:srgbClr val="002060"/>
                </a:solidFill>
              </a:rPr>
              <a:t>atalog is a python file </a:t>
            </a:r>
          </a:p>
          <a:p>
            <a:pPr marL="914400" lvl="2" indent="0" eaLnBrk="1">
              <a:spcBef>
                <a:spcPts val="300"/>
              </a:spcBef>
              <a:buClr>
                <a:srgbClr val="001A70"/>
              </a:buClr>
              <a:defRPr/>
            </a:pPr>
            <a:r>
              <a:rPr lang="en-US" altLang="fr-FR" dirty="0">
                <a:solidFill>
                  <a:srgbClr val="002060"/>
                </a:solidFill>
              </a:rPr>
              <a:t>i</a:t>
            </a:r>
            <a:r>
              <a:rPr lang="en-US" altLang="fr-FR" dirty="0" smtClean="0">
                <a:solidFill>
                  <a:srgbClr val="002060"/>
                </a:solidFill>
              </a:rPr>
              <a:t>s executed</a:t>
            </a:r>
          </a:p>
          <a:p>
            <a:pPr marL="914400" lvl="2" indent="0" eaLnBrk="1">
              <a:spcBef>
                <a:spcPts val="300"/>
              </a:spcBef>
              <a:buClr>
                <a:srgbClr val="001A70"/>
              </a:buClr>
              <a:defRPr/>
            </a:pPr>
            <a:r>
              <a:rPr lang="en-US" altLang="fr-FR" dirty="0">
                <a:solidFill>
                  <a:srgbClr val="002060"/>
                </a:solidFill>
              </a:rPr>
              <a:t>c</a:t>
            </a:r>
            <a:r>
              <a:rPr lang="en-US" altLang="fr-FR" dirty="0" smtClean="0">
                <a:solidFill>
                  <a:srgbClr val="002060"/>
                </a:solidFill>
              </a:rPr>
              <a:t>ontains functions</a:t>
            </a:r>
          </a:p>
          <a:p>
            <a:pPr marL="914400" lvl="2" indent="0" eaLnBrk="1">
              <a:spcBef>
                <a:spcPts val="300"/>
              </a:spcBef>
              <a:buClr>
                <a:srgbClr val="001A70"/>
              </a:buClr>
              <a:defRPr/>
            </a:pPr>
            <a:r>
              <a:rPr lang="en-US" altLang="fr-FR" dirty="0" smtClean="0">
                <a:solidFill>
                  <a:srgbClr val="002060"/>
                </a:solidFill>
              </a:rPr>
              <a:t>contains dictionaries, parameters </a:t>
            </a:r>
          </a:p>
          <a:p>
            <a:pPr marL="914400" lvl="2" indent="0" eaLnBrk="1">
              <a:spcBef>
                <a:spcPts val="300"/>
              </a:spcBef>
              <a:buClr>
                <a:srgbClr val="001A70"/>
              </a:buClr>
              <a:defRPr/>
            </a:pPr>
            <a:endParaRPr lang="en-US" altLang="fr-FR" dirty="0" smtClean="0">
              <a:solidFill>
                <a:srgbClr val="002060"/>
              </a:solidFill>
            </a:endParaRPr>
          </a:p>
        </p:txBody>
      </p:sp>
      <p:sp>
        <p:nvSpPr>
          <p:cNvPr id="26" name="ZoneTexte 25"/>
          <p:cNvSpPr txBox="1"/>
          <p:nvPr/>
        </p:nvSpPr>
        <p:spPr>
          <a:xfrm>
            <a:off x="5216770" y="3000405"/>
            <a:ext cx="4047038" cy="1754326"/>
          </a:xfrm>
          <a:prstGeom prst="rect">
            <a:avLst/>
          </a:prstGeom>
          <a:noFill/>
        </p:spPr>
        <p:txBody>
          <a:bodyPr wrap="square" rtlCol="0">
            <a:spAutoFit/>
          </a:bodyPr>
          <a:lstStyle/>
          <a:p>
            <a:pPr defTabSz="914400" eaLnBrk="1" hangingPunct="1">
              <a:spcAft>
                <a:spcPts val="0"/>
              </a:spcAft>
              <a:buFont typeface="Wingdings" pitchFamily="2" charset="2"/>
              <a:buNone/>
            </a:pPr>
            <a:endParaRPr lang="fr-FR" sz="1200" b="1" dirty="0">
              <a:solidFill>
                <a:srgbClr val="4519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451900"/>
                </a:solidFill>
                <a:latin typeface="Courier New" panose="02070309020205020404" pitchFamily="49" charset="0"/>
                <a:cs typeface="Courier New" panose="02070309020205020404" pitchFamily="49" charset="0"/>
              </a:rPr>
              <a:t>Import </a:t>
            </a:r>
            <a:r>
              <a:rPr lang="fr-FR" sz="1200" b="1" dirty="0" err="1" smtClean="0">
                <a:solidFill>
                  <a:srgbClr val="451900"/>
                </a:solidFill>
                <a:latin typeface="Courier New" panose="02070309020205020404" pitchFamily="49" charset="0"/>
                <a:cs typeface="Courier New" panose="02070309020205020404" pitchFamily="49" charset="0"/>
              </a:rPr>
              <a:t>Accas</a:t>
            </a:r>
            <a:r>
              <a:rPr lang="fr-FR" sz="1200" b="1" dirty="0" smtClean="0">
                <a:solidFill>
                  <a:srgbClr val="451900"/>
                </a:solidFill>
                <a:latin typeface="Courier New" panose="02070309020205020404" pitchFamily="49" charset="0"/>
                <a:cs typeface="Courier New" panose="02070309020205020404" pitchFamily="49" charset="0"/>
              </a:rPr>
              <a:t> Classes</a:t>
            </a: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endParaRPr lang="fr-FR" sz="1200" b="1" dirty="0" smtClean="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err="1" smtClean="0">
                <a:solidFill>
                  <a:srgbClr val="000000"/>
                </a:solidFill>
                <a:latin typeface="Courier New" panose="02070309020205020404" pitchFamily="49" charset="0"/>
                <a:cs typeface="Courier New" panose="02070309020205020404" pitchFamily="49" charset="0"/>
              </a:rPr>
              <a:t>Root</a:t>
            </a:r>
            <a:r>
              <a:rPr lang="fr-FR" sz="1200" b="1" dirty="0" smtClean="0">
                <a:solidFill>
                  <a:srgbClr val="000000"/>
                </a:solidFill>
                <a:latin typeface="Courier New" panose="02070309020205020404" pitchFamily="49" charset="0"/>
                <a:cs typeface="Courier New" panose="02070309020205020404" pitchFamily="49" charset="0"/>
              </a:rPr>
              <a:t> </a:t>
            </a:r>
            <a:r>
              <a:rPr lang="fr-FR" sz="1200" b="1" dirty="0" err="1" smtClean="0">
                <a:solidFill>
                  <a:srgbClr val="000000"/>
                </a:solidFill>
                <a:latin typeface="Courier New" panose="02070309020205020404" pitchFamily="49" charset="0"/>
                <a:cs typeface="Courier New" panose="02070309020205020404" pitchFamily="49" charset="0"/>
              </a:rPr>
              <a:t>Node</a:t>
            </a:r>
            <a:r>
              <a:rPr lang="fr-FR" sz="1200" b="1" dirty="0" smtClean="0">
                <a:solidFill>
                  <a:srgbClr val="000000"/>
                </a:solidFill>
                <a:latin typeface="Courier New" panose="02070309020205020404" pitchFamily="49" charset="0"/>
                <a:cs typeface="Courier New" panose="02070309020205020404" pitchFamily="49" charset="0"/>
              </a:rPr>
              <a:t> : </a:t>
            </a:r>
          </a:p>
          <a:p>
            <a:pPr defTabSz="914400" eaLnBrk="1" hangingPunct="1">
              <a:spcAft>
                <a:spcPts val="0"/>
              </a:spcAft>
              <a:buFont typeface="Wingdings" pitchFamily="2" charset="2"/>
              <a:buNone/>
            </a:pPr>
            <a:r>
              <a:rPr lang="fr-FR" sz="1200" b="1" dirty="0" err="1" smtClean="0">
                <a:solidFill>
                  <a:srgbClr val="000000"/>
                </a:solidFill>
                <a:latin typeface="Courier New" panose="02070309020205020404" pitchFamily="49" charset="0"/>
                <a:cs typeface="Courier New" panose="02070309020205020404" pitchFamily="49" charset="0"/>
              </a:rPr>
              <a:t>Only</a:t>
            </a:r>
            <a:r>
              <a:rPr lang="fr-FR" sz="1200" b="1" dirty="0" smtClean="0">
                <a:solidFill>
                  <a:srgbClr val="000000"/>
                </a:solidFill>
                <a:latin typeface="Courier New" panose="02070309020205020404" pitchFamily="49" charset="0"/>
                <a:cs typeface="Courier New" panose="02070309020205020404" pitchFamily="49" charset="0"/>
              </a:rPr>
              <a:t> </a:t>
            </a:r>
            <a:r>
              <a:rPr lang="fr-FR" sz="1200" b="1" dirty="0" err="1" smtClean="0">
                <a:solidFill>
                  <a:srgbClr val="000000"/>
                </a:solidFill>
                <a:latin typeface="Courier New" panose="02070309020205020404" pitchFamily="49" charset="0"/>
                <a:cs typeface="Courier New" panose="02070309020205020404" pitchFamily="49" charset="0"/>
              </a:rPr>
              <a:t>Mandoratory</a:t>
            </a:r>
            <a:r>
              <a:rPr lang="fr-FR" sz="1200" b="1" dirty="0" smtClean="0">
                <a:solidFill>
                  <a:srgbClr val="000000"/>
                </a:solidFill>
                <a:latin typeface="Courier New" panose="02070309020205020404" pitchFamily="49" charset="0"/>
                <a:cs typeface="Courier New" panose="02070309020205020404" pitchFamily="49" charset="0"/>
              </a:rPr>
              <a:t> line</a:t>
            </a:r>
          </a:p>
          <a:p>
            <a:pPr defTabSz="914400" eaLnBrk="1" hangingPunct="1">
              <a:spcAft>
                <a:spcPts val="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en-US" sz="1200" b="1" dirty="0" smtClean="0">
                <a:solidFill>
                  <a:srgbClr val="000000"/>
                </a:solidFill>
                <a:latin typeface="Courier New" panose="02070309020205020404" pitchFamily="49" charset="0"/>
                <a:cs typeface="Courier New" panose="02070309020205020404" pitchFamily="49" charset="0"/>
              </a:rPr>
              <a:t> </a:t>
            </a:r>
            <a:endParaRPr lang="en-US" sz="1200" b="1" dirty="0">
              <a:solidFill>
                <a:srgbClr val="000000"/>
              </a:solidFill>
              <a:latin typeface="Courier New" panose="02070309020205020404" pitchFamily="49" charset="0"/>
              <a:cs typeface="Courier New" panose="02070309020205020404" pitchFamily="49" charset="0"/>
            </a:endParaRP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cxnSp>
        <p:nvCxnSpPr>
          <p:cNvPr id="9" name="Connecteur droit avec flèche 8"/>
          <p:cNvCxnSpPr/>
          <p:nvPr/>
        </p:nvCxnSpPr>
        <p:spPr bwMode="auto">
          <a:xfrm>
            <a:off x="3294185" y="3341077"/>
            <a:ext cx="1922585" cy="12"/>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29" name="Connecteur droit avec flèche 28"/>
          <p:cNvCxnSpPr/>
          <p:nvPr/>
        </p:nvCxnSpPr>
        <p:spPr bwMode="auto">
          <a:xfrm flipV="1">
            <a:off x="3288323" y="3991708"/>
            <a:ext cx="1934308" cy="23446"/>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6131909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5</a:t>
            </a:fld>
            <a:endParaRPr lang="fr-FR" altLang="fr-FR" sz="900">
              <a:latin typeface="Times New Roman" panose="02020603050405020304" pitchFamily="18" charset="0"/>
              <a:cs typeface="Arial" panose="020B0604020202020204" pitchFamily="34" charset="0"/>
            </a:endParaRPr>
          </a:p>
        </p:txBody>
      </p:sp>
      <p:sp>
        <p:nvSpPr>
          <p:cNvPr id="5" name="Rectangle 4"/>
          <p:cNvSpPr/>
          <p:nvPr/>
        </p:nvSpPr>
        <p:spPr>
          <a:xfrm>
            <a:off x="4556321" y="3830488"/>
            <a:ext cx="242374" cy="369332"/>
          </a:xfrm>
          <a:prstGeom prst="rect">
            <a:avLst/>
          </a:prstGeom>
        </p:spPr>
        <p:txBody>
          <a:bodyPr wrap="none">
            <a:spAutoFit/>
          </a:bodyPr>
          <a:lstStyle/>
          <a:p>
            <a:r>
              <a:rPr lang="fr-FR" dirty="0">
                <a:solidFill>
                  <a:srgbClr val="000000"/>
                </a:solidFill>
                <a:latin typeface="Times New Roman" panose="02020603050405020304" pitchFamily="18" charset="0"/>
              </a:rPr>
              <a:t> </a:t>
            </a:r>
            <a:endParaRPr lang="fr-FR" dirty="0"/>
          </a:p>
        </p:txBody>
      </p:sp>
      <p:sp>
        <p:nvSpPr>
          <p:cNvPr id="28" name="ZoneTexte 27"/>
          <p:cNvSpPr txBox="1"/>
          <p:nvPr/>
        </p:nvSpPr>
        <p:spPr>
          <a:xfrm>
            <a:off x="380474" y="1565569"/>
            <a:ext cx="8493895" cy="1384995"/>
          </a:xfrm>
          <a:prstGeom prst="rect">
            <a:avLst/>
          </a:prstGeom>
          <a:solidFill>
            <a:srgbClr val="EEFFCC"/>
          </a:solidFill>
        </p:spPr>
        <p:txBody>
          <a:bodyPr wrap="square" rtlCol="0">
            <a:spAutoFit/>
          </a:bodyPr>
          <a:lstStyle/>
          <a:p>
            <a:pPr defTabSz="914400" eaLnBrk="1" hangingPunct="1">
              <a:spcAft>
                <a:spcPts val="0"/>
              </a:spcAft>
              <a:buFont typeface="Wingdings" pitchFamily="2" charset="2"/>
              <a:buNone/>
            </a:pPr>
            <a:r>
              <a:rPr lang="fr-FR" sz="1200" b="1" dirty="0" smtClean="0">
                <a:solidFill>
                  <a:srgbClr val="FF0000"/>
                </a:solidFill>
                <a:latin typeface="Courier New" panose="02070309020205020404" pitchFamily="49" charset="0"/>
                <a:cs typeface="Courier New" panose="02070309020205020404" pitchFamily="49" charset="0"/>
              </a:rPr>
              <a:t>class CDM_SD(ASSD) : </a:t>
            </a:r>
            <a:r>
              <a:rPr lang="fr-FR" sz="1200" b="1" dirty="0" err="1" smtClean="0">
                <a:solidFill>
                  <a:srgbClr val="FF0000"/>
                </a:solidFill>
                <a:latin typeface="Courier New" panose="02070309020205020404" pitchFamily="49" charset="0"/>
                <a:cs typeface="Courier New" panose="02070309020205020404" pitchFamily="49" charset="0"/>
              </a:rPr>
              <a:t>pass</a:t>
            </a:r>
            <a:endParaRPr lang="fr-FR" sz="1200" b="1" dirty="0" smtClean="0">
              <a:solidFill>
                <a:srgbClr val="FF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FF0000"/>
                </a:solidFill>
                <a:latin typeface="Courier New" panose="02070309020205020404" pitchFamily="49" charset="0"/>
                <a:cs typeface="Courier New" panose="02070309020205020404" pitchFamily="49" charset="0"/>
              </a:rPr>
              <a:t># class </a:t>
            </a:r>
            <a:r>
              <a:rPr lang="fr-FR" sz="1200" b="1" dirty="0" err="1" smtClean="0">
                <a:solidFill>
                  <a:srgbClr val="FF0000"/>
                </a:solidFill>
                <a:latin typeface="Courier New" panose="02070309020205020404" pitchFamily="49" charset="0"/>
                <a:cs typeface="Courier New" panose="02070309020205020404" pitchFamily="49" charset="0"/>
              </a:rPr>
              <a:t>CodeSpecific</a:t>
            </a:r>
            <a:r>
              <a:rPr lang="fr-FR" sz="1200" b="1" dirty="0" smtClean="0">
                <a:solidFill>
                  <a:srgbClr val="FF0000"/>
                </a:solidFill>
                <a:latin typeface="Courier New" panose="02070309020205020404" pitchFamily="49" charset="0"/>
                <a:cs typeface="Courier New" panose="02070309020205020404" pitchFamily="49" charset="0"/>
              </a:rPr>
              <a:t>(ASSD) : </a:t>
            </a:r>
            <a:r>
              <a:rPr lang="fr-FR" sz="1200" b="1" dirty="0" err="1" smtClean="0">
                <a:solidFill>
                  <a:srgbClr val="FF0000"/>
                </a:solidFill>
                <a:latin typeface="Courier New" panose="02070309020205020404" pitchFamily="49" charset="0"/>
                <a:cs typeface="Courier New" panose="02070309020205020404" pitchFamily="49" charset="0"/>
              </a:rPr>
              <a:t>pass</a:t>
            </a:r>
            <a:endParaRPr lang="fr-FR" sz="1200" b="1" dirty="0" smtClean="0">
              <a:solidFill>
                <a:srgbClr val="FF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FF0000"/>
                </a:solidFill>
                <a:latin typeface="Courier New" panose="02070309020205020404" pitchFamily="49" charset="0"/>
                <a:cs typeface="Courier New" panose="02070309020205020404" pitchFamily="49" charset="0"/>
              </a:rPr>
              <a:t>class SPM_SD(ASSD) : </a:t>
            </a:r>
            <a:r>
              <a:rPr lang="fr-FR" sz="1200" b="1" dirty="0" err="1" smtClean="0">
                <a:solidFill>
                  <a:srgbClr val="FF0000"/>
                </a:solidFill>
                <a:latin typeface="Courier New" panose="02070309020205020404" pitchFamily="49" charset="0"/>
                <a:cs typeface="Courier New" panose="02070309020205020404" pitchFamily="49" charset="0"/>
              </a:rPr>
              <a:t>pass</a:t>
            </a:r>
            <a:endParaRPr lang="fr-FR" sz="1200" b="1" dirty="0" smtClean="0">
              <a:solidFill>
                <a:srgbClr val="FF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FF0000"/>
                </a:solidFill>
                <a:latin typeface="Courier New" panose="02070309020205020404" pitchFamily="49" charset="0"/>
                <a:cs typeface="Courier New" panose="02070309020205020404" pitchFamily="49" charset="0"/>
              </a:rPr>
              <a:t>class </a:t>
            </a:r>
            <a:r>
              <a:rPr lang="fr-FR" sz="1200" b="1" dirty="0" err="1" smtClean="0">
                <a:solidFill>
                  <a:srgbClr val="FF0000"/>
                </a:solidFill>
                <a:latin typeface="Courier New" panose="02070309020205020404" pitchFamily="49" charset="0"/>
                <a:cs typeface="Courier New" panose="02070309020205020404" pitchFamily="49" charset="0"/>
              </a:rPr>
              <a:t>Specie</a:t>
            </a:r>
            <a:r>
              <a:rPr lang="fr-FR" sz="1200" b="1" dirty="0" smtClean="0">
                <a:solidFill>
                  <a:srgbClr val="FF0000"/>
                </a:solidFill>
                <a:latin typeface="Courier New" panose="02070309020205020404" pitchFamily="49" charset="0"/>
                <a:cs typeface="Courier New" panose="02070309020205020404" pitchFamily="49" charset="0"/>
              </a:rPr>
              <a:t>(</a:t>
            </a:r>
            <a:r>
              <a:rPr lang="fr-FR" sz="1200" b="1" dirty="0" err="1" smtClean="0">
                <a:solidFill>
                  <a:srgbClr val="FF0000"/>
                </a:solidFill>
                <a:latin typeface="Courier New" panose="02070309020205020404" pitchFamily="49" charset="0"/>
                <a:cs typeface="Courier New" panose="02070309020205020404" pitchFamily="49" charset="0"/>
              </a:rPr>
              <a:t>UserASSD</a:t>
            </a:r>
            <a:r>
              <a:rPr lang="fr-FR" sz="1200" b="1" dirty="0" smtClean="0">
                <a:solidFill>
                  <a:srgbClr val="FF0000"/>
                </a:solidFill>
                <a:latin typeface="Courier New" panose="02070309020205020404" pitchFamily="49" charset="0"/>
                <a:cs typeface="Courier New" panose="02070309020205020404" pitchFamily="49" charset="0"/>
              </a:rPr>
              <a:t>) : </a:t>
            </a:r>
            <a:r>
              <a:rPr lang="fr-FR" sz="1200" b="1" dirty="0" err="1" smtClean="0">
                <a:solidFill>
                  <a:srgbClr val="FF0000"/>
                </a:solidFill>
                <a:latin typeface="Courier New" panose="02070309020205020404" pitchFamily="49" charset="0"/>
                <a:cs typeface="Courier New" panose="02070309020205020404" pitchFamily="49" charset="0"/>
              </a:rPr>
              <a:t>pass</a:t>
            </a:r>
            <a:endParaRPr lang="fr-FR" sz="1200" b="1" dirty="0" smtClean="0">
              <a:solidFill>
                <a:srgbClr val="FF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fr-FR" sz="1200" b="1" dirty="0" smtClean="0">
                <a:solidFill>
                  <a:srgbClr val="FF0000"/>
                </a:solidFill>
                <a:latin typeface="Courier New" panose="02070309020205020404" pitchFamily="49" charset="0"/>
                <a:cs typeface="Courier New" panose="02070309020205020404" pitchFamily="49" charset="0"/>
              </a:rPr>
              <a:t>class </a:t>
            </a:r>
            <a:r>
              <a:rPr lang="fr-FR" sz="1200" b="1" dirty="0" err="1" smtClean="0">
                <a:solidFill>
                  <a:srgbClr val="FF0000"/>
                </a:solidFill>
                <a:latin typeface="Courier New" panose="02070309020205020404" pitchFamily="49" charset="0"/>
                <a:cs typeface="Courier New" panose="02070309020205020404" pitchFamily="49" charset="0"/>
              </a:rPr>
              <a:t>BondedParticle</a:t>
            </a:r>
            <a:r>
              <a:rPr lang="fr-FR" sz="1200" b="1" dirty="0" smtClean="0">
                <a:solidFill>
                  <a:srgbClr val="FF0000"/>
                </a:solidFill>
                <a:latin typeface="Courier New" panose="02070309020205020404" pitchFamily="49" charset="0"/>
                <a:cs typeface="Courier New" panose="02070309020205020404" pitchFamily="49" charset="0"/>
              </a:rPr>
              <a:t>(</a:t>
            </a:r>
            <a:r>
              <a:rPr lang="fr-FR" sz="1200" b="1" dirty="0" err="1" smtClean="0">
                <a:solidFill>
                  <a:srgbClr val="FF0000"/>
                </a:solidFill>
                <a:latin typeface="Courier New" panose="02070309020205020404" pitchFamily="49" charset="0"/>
                <a:cs typeface="Courier New" panose="02070309020205020404" pitchFamily="49" charset="0"/>
              </a:rPr>
              <a:t>UserASSD</a:t>
            </a:r>
            <a:r>
              <a:rPr lang="fr-FR" sz="1200" b="1" dirty="0" smtClean="0">
                <a:solidFill>
                  <a:srgbClr val="FF0000"/>
                </a:solidFill>
                <a:latin typeface="Courier New" panose="02070309020205020404" pitchFamily="49" charset="0"/>
                <a:cs typeface="Courier New" panose="02070309020205020404" pitchFamily="49" charset="0"/>
              </a:rPr>
              <a:t>) : </a:t>
            </a:r>
            <a:r>
              <a:rPr lang="fr-FR" sz="1200" b="1" dirty="0" err="1" smtClean="0">
                <a:solidFill>
                  <a:srgbClr val="FF0000"/>
                </a:solidFill>
                <a:latin typeface="Courier New" panose="02070309020205020404" pitchFamily="49" charset="0"/>
                <a:cs typeface="Courier New" panose="02070309020205020404" pitchFamily="49" charset="0"/>
              </a:rPr>
              <a:t>pass</a:t>
            </a:r>
            <a:endParaRPr lang="fr-FR" sz="1200" b="1" dirty="0" smtClean="0">
              <a:solidFill>
                <a:srgbClr val="FF0000"/>
              </a:solidFill>
              <a:latin typeface="Courier New" panose="02070309020205020404" pitchFamily="49" charset="0"/>
              <a:cs typeface="Courier New" panose="02070309020205020404" pitchFamily="49" charset="0"/>
            </a:endParaRPr>
          </a:p>
          <a:p>
            <a:pPr defTabSz="914400" eaLnBrk="1" hangingPunct="1">
              <a:spcAft>
                <a:spcPts val="0"/>
              </a:spcAft>
              <a:buFont typeface="Wingdings" pitchFamily="2" charset="2"/>
              <a:buNone/>
            </a:pPr>
            <a:r>
              <a:rPr lang="en-US" sz="1200" b="1" dirty="0" smtClean="0">
                <a:solidFill>
                  <a:srgbClr val="000000"/>
                </a:solidFill>
                <a:latin typeface="Courier New" panose="02070309020205020404" pitchFamily="49" charset="0"/>
                <a:cs typeface="Courier New" panose="02070309020205020404" pitchFamily="49" charset="0"/>
              </a:rPr>
              <a:t> </a:t>
            </a:r>
          </a:p>
          <a:p>
            <a:pPr defTabSz="914400" eaLnBrk="1" hangingPunct="1">
              <a:spcAft>
                <a:spcPct val="40000"/>
              </a:spcAft>
              <a:buFont typeface="Wingdings" pitchFamily="2" charset="2"/>
              <a:buNone/>
            </a:pPr>
            <a:endParaRPr lang="fr-FR" sz="1200" b="1" dirty="0">
              <a:solidFill>
                <a:srgbClr val="000000"/>
              </a:solidFill>
              <a:latin typeface="Courier New" panose="02070309020205020404" pitchFamily="49" charset="0"/>
              <a:cs typeface="Courier New" panose="02070309020205020404" pitchFamily="49" charset="0"/>
            </a:endParaRPr>
          </a:p>
        </p:txBody>
      </p:sp>
      <p:sp>
        <p:nvSpPr>
          <p:cNvPr id="24" name="Text Box 2"/>
          <p:cNvSpPr txBox="1">
            <a:spLocks noChangeArrowheads="1"/>
          </p:cNvSpPr>
          <p:nvPr/>
        </p:nvSpPr>
        <p:spPr bwMode="auto">
          <a:xfrm>
            <a:off x="0" y="6033"/>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smtClean="0">
                <a:solidFill>
                  <a:srgbClr val="001A70"/>
                </a:solidFill>
                <a:cs typeface="Arial" panose="020B0604020202020204" pitchFamily="34" charset="0"/>
              </a:rPr>
              <a:t>Focus  on  </a:t>
            </a:r>
            <a:r>
              <a:rPr lang="en-US" altLang="fr-FR" sz="2800" dirty="0" err="1" smtClean="0">
                <a:solidFill>
                  <a:srgbClr val="001A70"/>
                </a:solidFill>
                <a:cs typeface="Arial" panose="020B0604020202020204" pitchFamily="34" charset="0"/>
              </a:rPr>
              <a:t>Vimmp</a:t>
            </a:r>
            <a:r>
              <a:rPr lang="en-US" altLang="fr-FR" sz="2800" dirty="0" smtClean="0">
                <a:solidFill>
                  <a:srgbClr val="001A70"/>
                </a:solidFill>
                <a:cs typeface="Arial" panose="020B0604020202020204" pitchFamily="34" charset="0"/>
              </a:rPr>
              <a:t> catalog </a:t>
            </a:r>
            <a:endParaRPr lang="en-US" altLang="fr-FR" sz="2800" dirty="0">
              <a:solidFill>
                <a:srgbClr val="001A70"/>
              </a:solidFill>
              <a:cs typeface="Arial" panose="020B0604020202020204" pitchFamily="34" charset="0"/>
            </a:endParaRPr>
          </a:p>
        </p:txBody>
      </p:sp>
      <p:sp>
        <p:nvSpPr>
          <p:cNvPr id="25" name="Rectangle 24"/>
          <p:cNvSpPr/>
          <p:nvPr/>
        </p:nvSpPr>
        <p:spPr>
          <a:xfrm>
            <a:off x="130333" y="843403"/>
            <a:ext cx="7533304" cy="400110"/>
          </a:xfrm>
          <a:prstGeom prst="rect">
            <a:avLst/>
          </a:prstGeom>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  User-</a:t>
            </a:r>
            <a:r>
              <a:rPr lang="fr-FR" altLang="fr-FR" sz="2000" dirty="0" err="1" smtClean="0">
                <a:solidFill>
                  <a:srgbClr val="002060"/>
                </a:solidFill>
                <a:latin typeface="+mj-lt"/>
              </a:rPr>
              <a:t>defined</a:t>
            </a:r>
            <a:r>
              <a:rPr lang="fr-FR" altLang="fr-FR" sz="2000" dirty="0" smtClean="0">
                <a:solidFill>
                  <a:srgbClr val="002060"/>
                </a:solidFill>
                <a:latin typeface="+mj-lt"/>
              </a:rPr>
              <a:t> classes :</a:t>
            </a:r>
            <a:endParaRPr lang="en-US" altLang="fr-FR" dirty="0" smtClean="0">
              <a:solidFill>
                <a:srgbClr val="002060"/>
              </a:solidFill>
            </a:endParaRPr>
          </a:p>
        </p:txBody>
      </p:sp>
    </p:spTree>
    <p:extLst>
      <p:ext uri="{BB962C8B-B14F-4D97-AF65-F5344CB8AC3E}">
        <p14:creationId xmlns:p14="http://schemas.microsoft.com/office/powerpoint/2010/main" val="1869461415"/>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6</a:t>
            </a:fld>
            <a:endParaRPr lang="fr-FR" altLang="fr-FR" sz="900">
              <a:latin typeface="Times New Roman" panose="02020603050405020304" pitchFamily="18" charset="0"/>
              <a:cs typeface="Arial" panose="020B0604020202020204" pitchFamily="34" charset="0"/>
            </a:endParaRPr>
          </a:p>
        </p:txBody>
      </p:sp>
      <p:pic>
        <p:nvPicPr>
          <p:cNvPr id="9" name="Imag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383" y="1117536"/>
            <a:ext cx="8780550" cy="4807507"/>
          </a:xfrm>
          <a:prstGeom prst="rect">
            <a:avLst/>
          </a:prstGeom>
        </p:spPr>
      </p:pic>
      <p:sp>
        <p:nvSpPr>
          <p:cNvPr id="10" name="Rectangle 9"/>
          <p:cNvSpPr/>
          <p:nvPr/>
        </p:nvSpPr>
        <p:spPr>
          <a:xfrm>
            <a:off x="207384" y="4876369"/>
            <a:ext cx="8780549" cy="1092607"/>
          </a:xfrm>
          <a:prstGeom prst="rect">
            <a:avLst/>
          </a:prstGeom>
          <a:solidFill>
            <a:srgbClr val="FFFFFF"/>
          </a:solid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Un double usage :</a:t>
            </a:r>
          </a:p>
          <a:p>
            <a:pPr marL="800100" lvl="1" indent="-342900" eaLnBrk="1">
              <a:spcBef>
                <a:spcPts val="300"/>
              </a:spcBef>
              <a:buClr>
                <a:srgbClr val="001A70"/>
              </a:buClr>
              <a:buFont typeface="Wingdings" panose="05000000000000000000" pitchFamily="2" charset="2"/>
              <a:buChar char="Ø"/>
              <a:defRPr/>
            </a:pPr>
            <a:r>
              <a:rPr lang="fr-FR" altLang="fr-FR" sz="2000" dirty="0">
                <a:solidFill>
                  <a:srgbClr val="002060"/>
                </a:solidFill>
                <a:latin typeface="+mj-lt"/>
              </a:rPr>
              <a:t>Une vision graphique immédiate du modèle aidant à la modélisation  </a:t>
            </a:r>
          </a:p>
          <a:p>
            <a:pPr marL="800100" lvl="1" indent="-342900" eaLnBrk="1">
              <a:spcBef>
                <a:spcPts val="300"/>
              </a:spcBef>
              <a:buClr>
                <a:srgbClr val="001A70"/>
              </a:buClr>
              <a:buFont typeface="Wingdings" panose="05000000000000000000" pitchFamily="2" charset="2"/>
              <a:buChar char="Ø"/>
              <a:defRPr/>
            </a:pPr>
            <a:r>
              <a:rPr lang="fr-FR" altLang="fr-FR" sz="2000" dirty="0">
                <a:solidFill>
                  <a:srgbClr val="002060"/>
                </a:solidFill>
                <a:latin typeface="+mj-lt"/>
                <a:cs typeface="Arial"/>
              </a:rPr>
              <a:t>Une </a:t>
            </a:r>
            <a:r>
              <a:rPr lang="fr-FR" altLang="fr-FR" sz="2000" dirty="0" err="1">
                <a:solidFill>
                  <a:srgbClr val="002060"/>
                </a:solidFill>
                <a:latin typeface="+mj-lt"/>
                <a:cs typeface="Arial"/>
              </a:rPr>
              <a:t>Ihm</a:t>
            </a:r>
            <a:r>
              <a:rPr lang="fr-FR" altLang="fr-FR" sz="2000" dirty="0">
                <a:solidFill>
                  <a:srgbClr val="002060"/>
                </a:solidFill>
                <a:latin typeface="+mj-lt"/>
                <a:cs typeface="Arial"/>
              </a:rPr>
              <a:t> de saisie disponible pour </a:t>
            </a:r>
            <a:r>
              <a:rPr lang="fr-FR" altLang="fr-FR" sz="2000">
                <a:solidFill>
                  <a:srgbClr val="002060"/>
                </a:solidFill>
                <a:latin typeface="+mj-lt"/>
                <a:cs typeface="Arial"/>
              </a:rPr>
              <a:t>les utilisateurs</a:t>
            </a:r>
            <a:endParaRPr lang="fr-FR" altLang="fr-FR" sz="2000" dirty="0">
              <a:solidFill>
                <a:srgbClr val="002060"/>
              </a:solidFill>
              <a:latin typeface="+mj-lt"/>
            </a:endParaRPr>
          </a:p>
        </p:txBody>
      </p:sp>
      <p:sp>
        <p:nvSpPr>
          <p:cNvPr id="6"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L’IHM GENEREE</a:t>
            </a:r>
          </a:p>
        </p:txBody>
      </p:sp>
    </p:spTree>
    <p:extLst>
      <p:ext uri="{BB962C8B-B14F-4D97-AF65-F5344CB8AC3E}">
        <p14:creationId xmlns:p14="http://schemas.microsoft.com/office/powerpoint/2010/main" val="296905174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7</a:t>
            </a:fld>
            <a:endParaRPr lang="fr-FR" altLang="fr-FR" sz="900">
              <a:latin typeface="Times New Roman" panose="02020603050405020304" pitchFamily="18" charset="0"/>
              <a:cs typeface="Arial" panose="020B0604020202020204" pitchFamily="34" charset="0"/>
            </a:endParaRPr>
          </a:p>
        </p:txBody>
      </p:sp>
      <p:sp>
        <p:nvSpPr>
          <p:cNvPr id="10" name="Rectangle 9"/>
          <p:cNvSpPr/>
          <p:nvPr/>
        </p:nvSpPr>
        <p:spPr>
          <a:xfrm>
            <a:off x="363452" y="1057023"/>
            <a:ext cx="8506207" cy="746358"/>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Sous forme </a:t>
            </a:r>
            <a:r>
              <a:rPr lang="fr-FR" altLang="fr-FR" sz="2000" dirty="0" err="1">
                <a:solidFill>
                  <a:srgbClr val="002060"/>
                </a:solidFill>
                <a:latin typeface="+mj-lt"/>
              </a:rPr>
              <a:t>xml</a:t>
            </a: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6" name="Textplatzhalter 1"/>
          <p:cNvSpPr txBox="1">
            <a:spLocks/>
          </p:cNvSpPr>
          <p:nvPr/>
        </p:nvSpPr>
        <p:spPr bwMode="auto">
          <a:xfrm>
            <a:off x="446454" y="1484731"/>
            <a:ext cx="8423205" cy="4464549"/>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&lt;?xml version="2.0" ?&gt;</a:t>
            </a:r>
          </a:p>
          <a:p>
            <a:pPr>
              <a:spcAft>
                <a:spcPts val="0"/>
              </a:spcAft>
            </a:pPr>
            <a:r>
              <a:rPr lang="en-US" sz="1050" dirty="0">
                <a:latin typeface="Arial Black" panose="020B0A04020102020204" pitchFamily="34" charset="0"/>
              </a:rPr>
              <a:t>&lt;ns1:Vimmp xmlns:ns1="http://chercheurs.edf.com/</a:t>
            </a:r>
            <a:r>
              <a:rPr lang="en-US" sz="1050" dirty="0" err="1">
                <a:latin typeface="Arial Black" panose="020B0A04020102020204" pitchFamily="34" charset="0"/>
              </a:rPr>
              <a:t>logiciels</a:t>
            </a:r>
            <a:r>
              <a:rPr lang="en-US" sz="1050" dirty="0">
                <a:latin typeface="Arial Black" panose="020B0A04020102020204" pitchFamily="34" charset="0"/>
              </a:rPr>
              <a:t>/</a:t>
            </a:r>
            <a:r>
              <a:rPr lang="en-US" sz="1050" dirty="0" err="1">
                <a:latin typeface="Arial Black" panose="020B0A04020102020204" pitchFamily="34" charset="0"/>
              </a:rPr>
              <a:t>Vimmp</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ns1:CDM</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ns1:Title&gt;My</a:t>
            </a:r>
            <a:r>
              <a:rPr lang="en-US" sz="1050" dirty="0">
                <a:latin typeface="Arial Black" panose="020B0A04020102020204" pitchFamily="34" charset="0"/>
              </a:rPr>
              <a:t> Study&lt;/ns1:Title&gt;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ns1:Simulated_Time_Lapse</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&lt;ns1:Initial_Time&gt;0.0&lt;/ns1:Initial_Time&gt;</a:t>
            </a:r>
          </a:p>
          <a:p>
            <a:pPr>
              <a:spcAft>
                <a:spcPts val="0"/>
              </a:spcAft>
            </a:pPr>
            <a:r>
              <a:rPr lang="en-US" sz="1050" dirty="0">
                <a:latin typeface="Arial Black" panose="020B0A04020102020204" pitchFamily="34" charset="0"/>
              </a:rPr>
              <a:t>                        &lt;ns1:Duration&gt;10.0&lt;/ns1:Duration&gt;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ns1:Simulated_Time_Lapse</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ns1:Geometric_Domain</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ns1:Geometric_Domain</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ns1:System_Component</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&lt;ns1:General_Level_Of_Description&gt;Mesoscopic&lt;/ns1:General_Level_Of_Description&gt;</a:t>
            </a:r>
          </a:p>
          <a:p>
            <a:pPr>
              <a:spcAft>
                <a:spcPts val="0"/>
              </a:spcAft>
            </a:pPr>
            <a:r>
              <a:rPr lang="en-US" sz="1050" dirty="0">
                <a:latin typeface="Arial Black" panose="020B0A04020102020204" pitchFamily="34" charset="0"/>
              </a:rPr>
              <a:t>                        &lt;ns1:Component&gt;</a:t>
            </a:r>
            <a:r>
              <a:rPr lang="en-US" sz="1050" dirty="0" err="1">
                <a:latin typeface="Arial Black" panose="020B0A04020102020204" pitchFamily="34" charset="0"/>
              </a:rPr>
              <a:t>Classical_Particle</a:t>
            </a:r>
            <a:r>
              <a:rPr lang="en-US" sz="1050" dirty="0">
                <a:latin typeface="Arial Black" panose="020B0A04020102020204" pitchFamily="34" charset="0"/>
              </a:rPr>
              <a:t> System&lt;/ns1:Component&gt;</a:t>
            </a:r>
          </a:p>
          <a:p>
            <a:pPr>
              <a:spcAft>
                <a:spcPts val="0"/>
              </a:spcAft>
            </a:pPr>
            <a:r>
              <a:rPr lang="en-US" sz="1050" dirty="0">
                <a:latin typeface="Arial Black" panose="020B0A04020102020204" pitchFamily="34" charset="0"/>
              </a:rPr>
              <a:t>                        &lt;ns1:Physical_Description_Particle&gt;</a:t>
            </a:r>
          </a:p>
          <a:p>
            <a:pPr>
              <a:spcAft>
                <a:spcPts val="0"/>
              </a:spcAft>
            </a:pP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                        &lt;/ns1:Physical_Description_Particle&gt;</a:t>
            </a:r>
          </a:p>
          <a:p>
            <a:pPr>
              <a:spcAft>
                <a:spcPts val="0"/>
              </a:spcAft>
            </a:pPr>
            <a:r>
              <a:rPr lang="en-US" sz="1050" dirty="0">
                <a:latin typeface="Arial Black" panose="020B0A04020102020204" pitchFamily="34" charset="0"/>
              </a:rPr>
              <a:t>                        &lt;ns1:Particle_Representation&gt;</a:t>
            </a:r>
          </a:p>
          <a:p>
            <a:pPr>
              <a:spcAft>
                <a:spcPts val="0"/>
              </a:spcAft>
            </a:pPr>
            <a:r>
              <a:rPr lang="en-US" sz="1050" dirty="0">
                <a:latin typeface="Arial Black" panose="020B0A04020102020204" pitchFamily="34" charset="0"/>
              </a:rPr>
              <a:t>                                &lt;ns1:Representation_Type&gt;</a:t>
            </a:r>
            <a:r>
              <a:rPr lang="en-US" sz="1050" dirty="0" err="1">
                <a:latin typeface="Arial Black" panose="020B0A04020102020204" pitchFamily="34" charset="0"/>
              </a:rPr>
              <a:t>Field_Representation</a:t>
            </a:r>
            <a:r>
              <a:rPr lang="en-US" sz="1050" dirty="0">
                <a:latin typeface="Arial Black" panose="020B0A04020102020204" pitchFamily="34" charset="0"/>
              </a:rPr>
              <a:t>&lt;/ns1:Representation_Type&gt;</a:t>
            </a:r>
          </a:p>
          <a:p>
            <a:pPr>
              <a:spcAft>
                <a:spcPts val="0"/>
              </a:spcAft>
            </a:pPr>
            <a:r>
              <a:rPr lang="en-US" sz="1050" dirty="0">
                <a:latin typeface="Arial Black" panose="020B0A04020102020204" pitchFamily="34" charset="0"/>
              </a:rPr>
              <a:t>                                &lt;ns1:Type_Of_Entity&gt;Atom&lt;/ns1:Type_Of_Entity&gt;</a:t>
            </a:r>
          </a:p>
          <a:p>
            <a:pPr>
              <a:spcAft>
                <a:spcPts val="0"/>
              </a:spcAft>
            </a:pPr>
            <a:r>
              <a:rPr lang="en-US" sz="1050" dirty="0">
                <a:latin typeface="Arial Black" panose="020B0A04020102020204" pitchFamily="34" charset="0"/>
              </a:rPr>
              <a:t>                        &lt;/ns1:Particle_Representation&gt;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ns1:System_Component</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        &lt;/</a:t>
            </a:r>
            <a:r>
              <a:rPr lang="en-US" sz="1050" dirty="0">
                <a:solidFill>
                  <a:srgbClr val="FF0000"/>
                </a:solidFill>
                <a:latin typeface="Arial Black" panose="020B0A04020102020204" pitchFamily="34" charset="0"/>
              </a:rPr>
              <a:t>ns1:CDM</a:t>
            </a:r>
            <a:r>
              <a:rPr lang="en-US" sz="1050" dirty="0">
                <a:latin typeface="Arial Black" panose="020B0A04020102020204" pitchFamily="34" charset="0"/>
              </a:rPr>
              <a:t>&gt;</a:t>
            </a:r>
          </a:p>
          <a:p>
            <a:pPr>
              <a:spcAft>
                <a:spcPts val="0"/>
              </a:spcAft>
            </a:pPr>
            <a:r>
              <a:rPr lang="en-US" sz="1050" dirty="0">
                <a:latin typeface="Arial Black" panose="020B0A04020102020204" pitchFamily="34" charset="0"/>
              </a:rPr>
              <a:t>&lt;/ns1:Vimmp&gt;</a:t>
            </a:r>
          </a:p>
          <a:p>
            <a:pPr>
              <a:spcAft>
                <a:spcPts val="0"/>
              </a:spcAft>
            </a:pPr>
            <a:endParaRPr lang="en-US" sz="1050" dirty="0">
              <a:latin typeface="Arial Black" panose="020B0A04020102020204" pitchFamily="34" charset="0"/>
            </a:endParaRPr>
          </a:p>
        </p:txBody>
      </p:sp>
      <p:sp>
        <p:nvSpPr>
          <p:cNvPr id="7"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LES FORMATS DES JEUX DE DONNEES 1/2 </a:t>
            </a:r>
          </a:p>
        </p:txBody>
      </p:sp>
    </p:spTree>
    <p:extLst>
      <p:ext uri="{BB962C8B-B14F-4D97-AF65-F5344CB8AC3E}">
        <p14:creationId xmlns:p14="http://schemas.microsoft.com/office/powerpoint/2010/main" val="190586197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8</a:t>
            </a:fld>
            <a:endParaRPr lang="fr-FR" altLang="fr-FR" sz="900">
              <a:latin typeface="Times New Roman" panose="02020603050405020304" pitchFamily="18" charset="0"/>
              <a:cs typeface="Arial" panose="020B0604020202020204" pitchFamily="34" charset="0"/>
            </a:endParaRPr>
          </a:p>
        </p:txBody>
      </p:sp>
      <p:sp>
        <p:nvSpPr>
          <p:cNvPr id="10" name="Rectangle 9"/>
          <p:cNvSpPr/>
          <p:nvPr/>
        </p:nvSpPr>
        <p:spPr>
          <a:xfrm>
            <a:off x="363452" y="1057023"/>
            <a:ext cx="8506207" cy="746358"/>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a:solidFill>
                  <a:srgbClr val="002060"/>
                </a:solidFill>
                <a:latin typeface="+mj-lt"/>
                <a:cs typeface="Arial"/>
              </a:rPr>
              <a:t> Sous </a:t>
            </a:r>
            <a:r>
              <a:rPr lang="fr-FR" altLang="fr-FR" sz="2000" dirty="0">
                <a:solidFill>
                  <a:srgbClr val="002060"/>
                </a:solidFill>
                <a:latin typeface="+mj-lt"/>
                <a:cs typeface="Arial"/>
              </a:rPr>
              <a:t>forme de dictionnaire (de </a:t>
            </a:r>
            <a:r>
              <a:rPr lang="fr-FR" altLang="fr-FR" sz="2000">
                <a:solidFill>
                  <a:srgbClr val="002060"/>
                </a:solidFill>
                <a:latin typeface="+mj-lt"/>
                <a:cs typeface="Arial"/>
              </a:rPr>
              <a:t>dictionnaire) </a:t>
            </a:r>
            <a:r>
              <a:rPr lang="fr-FR" altLang="fr-FR" sz="2000">
                <a:solidFill>
                  <a:srgbClr val="002060"/>
                </a:solidFill>
                <a:latin typeface="+mj-lt"/>
              </a:rPr>
              <a:t> </a:t>
            </a:r>
            <a:r>
              <a:rPr lang="fr-FR" altLang="fr-FR" sz="2000" dirty="0">
                <a:solidFill>
                  <a:srgbClr val="002060"/>
                </a:solidFill>
                <a:latin typeface="+mj-lt"/>
                <a:cs typeface="Arial"/>
              </a:rPr>
              <a:t>python</a:t>
            </a: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6" name="Textplatzhalter 1"/>
          <p:cNvSpPr txBox="1">
            <a:spLocks/>
          </p:cNvSpPr>
          <p:nvPr/>
        </p:nvSpPr>
        <p:spPr bwMode="auto">
          <a:xfrm>
            <a:off x="446454" y="1474457"/>
            <a:ext cx="8423205" cy="2203691"/>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r>
              <a:rPr lang="en-US" sz="1050" dirty="0">
                <a:latin typeface="Arial Black" panose="020B0A04020102020204" pitchFamily="34" charset="0"/>
              </a:rPr>
              <a:t> </a:t>
            </a:r>
            <a:r>
              <a:rPr lang="en-US" sz="1400" dirty="0" err="1">
                <a:solidFill>
                  <a:schemeClr val="tx1"/>
                </a:solidFill>
                <a:latin typeface="+mj-lt"/>
              </a:rPr>
              <a:t>dico</a:t>
            </a:r>
            <a:r>
              <a:rPr lang="en-US" sz="1400" dirty="0">
                <a:solidFill>
                  <a:schemeClr val="tx1"/>
                </a:solidFill>
                <a:latin typeface="+mj-lt"/>
              </a:rPr>
              <a:t> = {'CDM': {'</a:t>
            </a:r>
            <a:r>
              <a:rPr lang="en-US" sz="1400" dirty="0" err="1">
                <a:solidFill>
                  <a:schemeClr val="tx1"/>
                </a:solidFill>
                <a:latin typeface="+mj-lt"/>
              </a:rPr>
              <a:t>Simulated_Time_Lapse</a:t>
            </a:r>
            <a:r>
              <a:rPr lang="en-US" sz="1400" dirty="0">
                <a:solidFill>
                  <a:schemeClr val="tx1"/>
                </a:solidFill>
                <a:latin typeface="+mj-lt"/>
              </a:rPr>
              <a:t>‘ : {'Duration':    10.0, </a:t>
            </a:r>
          </a:p>
          <a:p>
            <a:pPr>
              <a:spcAft>
                <a:spcPts val="0"/>
              </a:spcAft>
            </a:pPr>
            <a:r>
              <a:rPr lang="en-US" sz="1400" dirty="0">
                <a:solidFill>
                  <a:schemeClr val="tx1"/>
                </a:solidFill>
                <a:latin typeface="+mj-lt"/>
              </a:rPr>
              <a:t>                                                                     '</a:t>
            </a:r>
            <a:r>
              <a:rPr lang="en-US" sz="1400" dirty="0" err="1">
                <a:solidFill>
                  <a:schemeClr val="tx1"/>
                </a:solidFill>
                <a:latin typeface="+mj-lt"/>
              </a:rPr>
              <a:t>Initial_Time</a:t>
            </a:r>
            <a:r>
              <a:rPr lang="en-US" sz="1400" dirty="0">
                <a:solidFill>
                  <a:schemeClr val="tx1"/>
                </a:solidFill>
                <a:latin typeface="+mj-lt"/>
              </a:rPr>
              <a:t>': 0.0},</a:t>
            </a:r>
          </a:p>
          <a:p>
            <a:pPr>
              <a:spcAft>
                <a:spcPts val="0"/>
              </a:spcAft>
            </a:pPr>
            <a:r>
              <a:rPr lang="en-US" sz="1400" dirty="0">
                <a:solidFill>
                  <a:schemeClr val="tx1"/>
                </a:solidFill>
                <a:latin typeface="+mj-lt"/>
              </a:rPr>
              <a:t>        		       '</a:t>
            </a:r>
            <a:r>
              <a:rPr lang="en-US" sz="1400" dirty="0" err="1">
                <a:solidFill>
                  <a:schemeClr val="tx1"/>
                </a:solidFill>
                <a:latin typeface="+mj-lt"/>
              </a:rPr>
              <a:t>System_Component</a:t>
            </a:r>
            <a:r>
              <a:rPr lang="en-US" sz="1400" dirty="0">
                <a:solidFill>
                  <a:schemeClr val="tx1"/>
                </a:solidFill>
                <a:latin typeface="+mj-lt"/>
              </a:rPr>
              <a:t>‘      : {'Component': '</a:t>
            </a:r>
            <a:r>
              <a:rPr lang="en-US" sz="1400" dirty="0" err="1">
                <a:solidFill>
                  <a:schemeClr val="tx1"/>
                </a:solidFill>
                <a:latin typeface="+mj-lt"/>
              </a:rPr>
              <a:t>Classical_Particle</a:t>
            </a:r>
            <a:r>
              <a:rPr lang="en-US" sz="1400" dirty="0">
                <a:solidFill>
                  <a:schemeClr val="tx1"/>
                </a:solidFill>
                <a:latin typeface="+mj-lt"/>
              </a:rPr>
              <a:t> System',</a:t>
            </a:r>
          </a:p>
          <a:p>
            <a:pPr>
              <a:spcAft>
                <a:spcPts val="0"/>
              </a:spcAft>
            </a:pPr>
            <a:r>
              <a:rPr lang="en-US" sz="1400" dirty="0">
                <a:solidFill>
                  <a:schemeClr val="tx1"/>
                </a:solidFill>
                <a:latin typeface="+mj-lt"/>
              </a:rPr>
              <a:t>                    		                                '</a:t>
            </a:r>
            <a:r>
              <a:rPr lang="en-US" sz="1400" dirty="0" err="1">
                <a:solidFill>
                  <a:schemeClr val="tx1"/>
                </a:solidFill>
                <a:latin typeface="+mj-lt"/>
              </a:rPr>
              <a:t>General_Level_Of_Description</a:t>
            </a:r>
            <a:r>
              <a:rPr lang="en-US" sz="1400" dirty="0">
                <a:solidFill>
                  <a:schemeClr val="tx1"/>
                </a:solidFill>
                <a:latin typeface="+mj-lt"/>
              </a:rPr>
              <a:t>': 'Mesoscopic',</a:t>
            </a:r>
          </a:p>
          <a:p>
            <a:pPr>
              <a:spcAft>
                <a:spcPts val="0"/>
              </a:spcAft>
            </a:pPr>
            <a:r>
              <a:rPr lang="en-US" sz="1400" dirty="0">
                <a:solidFill>
                  <a:schemeClr val="tx1"/>
                </a:solidFill>
                <a:latin typeface="+mj-lt"/>
              </a:rPr>
              <a:t>                                                                     '</a:t>
            </a:r>
            <a:r>
              <a:rPr lang="en-US" sz="1400" dirty="0" err="1">
                <a:solidFill>
                  <a:schemeClr val="tx1"/>
                </a:solidFill>
                <a:latin typeface="+mj-lt"/>
              </a:rPr>
              <a:t>Particle_Representation</a:t>
            </a:r>
            <a:r>
              <a:rPr lang="en-US" sz="1400" dirty="0">
                <a:solidFill>
                  <a:schemeClr val="tx1"/>
                </a:solidFill>
                <a:latin typeface="+mj-lt"/>
              </a:rPr>
              <a:t>': </a:t>
            </a:r>
          </a:p>
          <a:p>
            <a:pPr>
              <a:spcAft>
                <a:spcPts val="0"/>
              </a:spcAft>
            </a:pPr>
            <a:r>
              <a:rPr lang="en-US" sz="1400" dirty="0">
                <a:solidFill>
                  <a:schemeClr val="tx1"/>
                </a:solidFill>
                <a:latin typeface="+mj-lt"/>
              </a:rPr>
              <a:t>                                                                           {'</a:t>
            </a:r>
            <a:r>
              <a:rPr lang="en-US" sz="1400" dirty="0" err="1">
                <a:solidFill>
                  <a:schemeClr val="tx1"/>
                </a:solidFill>
                <a:latin typeface="+mj-lt"/>
              </a:rPr>
              <a:t>Representation_Type</a:t>
            </a:r>
            <a:r>
              <a:rPr lang="en-US" sz="1400" dirty="0">
                <a:solidFill>
                  <a:schemeClr val="tx1"/>
                </a:solidFill>
                <a:latin typeface="+mj-lt"/>
              </a:rPr>
              <a:t>': '</a:t>
            </a:r>
            <a:r>
              <a:rPr lang="en-US" sz="1400" dirty="0" err="1">
                <a:solidFill>
                  <a:schemeClr val="tx1"/>
                </a:solidFill>
                <a:latin typeface="+mj-lt"/>
              </a:rPr>
              <a:t>Field_Representation</a:t>
            </a:r>
            <a:r>
              <a:rPr lang="en-US" sz="1400" dirty="0">
                <a:solidFill>
                  <a:schemeClr val="tx1"/>
                </a:solidFill>
                <a:latin typeface="+mj-lt"/>
              </a:rPr>
              <a:t>',</a:t>
            </a:r>
          </a:p>
          <a:p>
            <a:pPr>
              <a:spcAft>
                <a:spcPts val="0"/>
              </a:spcAft>
            </a:pPr>
            <a:r>
              <a:rPr lang="en-US" sz="1400" dirty="0">
                <a:solidFill>
                  <a:schemeClr val="tx1"/>
                </a:solidFill>
                <a:latin typeface="+mj-lt"/>
              </a:rPr>
              <a:t>                                                                            '</a:t>
            </a:r>
            <a:r>
              <a:rPr lang="en-US" sz="1400" dirty="0" err="1">
                <a:solidFill>
                  <a:schemeClr val="tx1"/>
                </a:solidFill>
                <a:latin typeface="+mj-lt"/>
              </a:rPr>
              <a:t>Type_Of_Entity</a:t>
            </a:r>
            <a:r>
              <a:rPr lang="en-US" sz="1400" dirty="0">
                <a:solidFill>
                  <a:schemeClr val="tx1"/>
                </a:solidFill>
                <a:latin typeface="+mj-lt"/>
              </a:rPr>
              <a:t>': 'Atom'}},</a:t>
            </a:r>
          </a:p>
          <a:p>
            <a:pPr>
              <a:spcAft>
                <a:spcPts val="0"/>
              </a:spcAft>
            </a:pPr>
            <a:r>
              <a:rPr lang="en-US" sz="1400" dirty="0">
                <a:solidFill>
                  <a:schemeClr val="tx1"/>
                </a:solidFill>
                <a:latin typeface="+mj-lt"/>
              </a:rPr>
              <a:t>                         'Title': 'My Study'}}</a:t>
            </a:r>
          </a:p>
        </p:txBody>
      </p:sp>
      <p:sp>
        <p:nvSpPr>
          <p:cNvPr id="7" name="Rectangle 6"/>
          <p:cNvSpPr/>
          <p:nvPr/>
        </p:nvSpPr>
        <p:spPr>
          <a:xfrm>
            <a:off x="344554" y="3588193"/>
            <a:ext cx="8506207" cy="1061829"/>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Sous forme de fonctions python ou avec un format spécifique</a:t>
            </a:r>
          </a:p>
          <a:p>
            <a:pPr lvl="1" eaLnBrk="1">
              <a:spcBef>
                <a:spcPts val="300"/>
              </a:spcBef>
              <a:buClr>
                <a:srgbClr val="001A70"/>
              </a:buClr>
              <a:buFont typeface="Wingdings" panose="05000000000000000000" pitchFamily="2" charset="2"/>
              <a:buChar char="Ø"/>
              <a:defRPr/>
            </a:pPr>
            <a:r>
              <a:rPr lang="fr-FR" altLang="fr-FR" dirty="0">
                <a:solidFill>
                  <a:srgbClr val="000000"/>
                </a:solidFill>
                <a:latin typeface="Arial" panose="020B0604020202020204" pitchFamily="34" charset="0"/>
                <a:ea typeface="DejaVu Sans" pitchFamily="34" charset="0"/>
              </a:rPr>
              <a:t>MDM maintient une dualité jeu de données / enchainement de fonctions</a:t>
            </a:r>
          </a:p>
          <a:p>
            <a:pPr eaLnBrk="1">
              <a:spcBef>
                <a:spcPts val="300"/>
              </a:spcBef>
              <a:buClr>
                <a:srgbClr val="001A70"/>
              </a:buClr>
              <a:defRPr/>
            </a:pPr>
            <a:endParaRPr lang="fr-FR" altLang="fr-FR" sz="2000" dirty="0">
              <a:solidFill>
                <a:srgbClr val="002060"/>
              </a:solidFill>
              <a:latin typeface="+mj-lt"/>
            </a:endParaRPr>
          </a:p>
        </p:txBody>
      </p:sp>
      <p:sp>
        <p:nvSpPr>
          <p:cNvPr id="11" name="Rectangle 10"/>
          <p:cNvSpPr/>
          <p:nvPr/>
        </p:nvSpPr>
        <p:spPr>
          <a:xfrm>
            <a:off x="363451" y="4551542"/>
            <a:ext cx="8506207" cy="1377300"/>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Les jeux de données peuvent être écrits :</a:t>
            </a:r>
          </a:p>
          <a:p>
            <a:pPr lvl="1" eaLnBrk="1">
              <a:spcBef>
                <a:spcPts val="300"/>
              </a:spcBef>
              <a:buClr>
                <a:srgbClr val="001A70"/>
              </a:buClr>
              <a:buSzPct val="100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altLang="fr-FR" dirty="0">
                <a:solidFill>
                  <a:srgbClr val="000000"/>
                </a:solidFill>
                <a:latin typeface="Arial" panose="020B0604020202020204" pitchFamily="34" charset="0"/>
                <a:ea typeface="DejaVu Sans" pitchFamily="34" charset="0"/>
              </a:rPr>
              <a:t>soit en utilisant l’IHM</a:t>
            </a:r>
          </a:p>
          <a:p>
            <a:pPr lvl="1" eaLnBrk="1">
              <a:spcBef>
                <a:spcPts val="300"/>
              </a:spcBef>
              <a:buClr>
                <a:srgbClr val="001A70"/>
              </a:buClr>
              <a:buSzPct val="100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fr-FR" altLang="fr-FR" dirty="0">
                <a:solidFill>
                  <a:srgbClr val="000000"/>
                </a:solidFill>
                <a:latin typeface="Arial" panose="020B0604020202020204" pitchFamily="34" charset="0"/>
                <a:ea typeface="DejaVu Sans" pitchFamily="34" charset="0"/>
              </a:rPr>
              <a:t>soit en utilisant les drivers GENERES </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8" name="Text Box 2"/>
          <p:cNvSpPr txBox="1">
            <a:spLocks noChangeArrowheads="1"/>
          </p:cNvSpPr>
          <p:nvPr/>
        </p:nvSpPr>
        <p:spPr bwMode="auto">
          <a:xfrm>
            <a:off x="10633"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LES FORMATS DES JEUX DE DONNEES 2/2 </a:t>
            </a:r>
          </a:p>
        </p:txBody>
      </p:sp>
    </p:spTree>
    <p:extLst>
      <p:ext uri="{BB962C8B-B14F-4D97-AF65-F5344CB8AC3E}">
        <p14:creationId xmlns:p14="http://schemas.microsoft.com/office/powerpoint/2010/main" val="407477220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9</a:t>
            </a:fld>
            <a:endParaRPr lang="fr-FR" altLang="fr-FR" sz="900">
              <a:latin typeface="Times New Roman" panose="02020603050405020304" pitchFamily="18" charset="0"/>
              <a:cs typeface="Arial" panose="020B0604020202020204" pitchFamily="34" charset="0"/>
            </a:endParaRPr>
          </a:p>
        </p:txBody>
      </p:sp>
      <p:sp>
        <p:nvSpPr>
          <p:cNvPr id="5" name="ZoneTexte 4"/>
          <p:cNvSpPr txBox="1"/>
          <p:nvPr/>
        </p:nvSpPr>
        <p:spPr>
          <a:xfrm>
            <a:off x="418529" y="3938888"/>
            <a:ext cx="5256827" cy="2271391"/>
          </a:xfrm>
          <a:prstGeom prst="rect">
            <a:avLst/>
          </a:prstGeom>
          <a:solidFill>
            <a:srgbClr val="EEFFCC"/>
          </a:solidFill>
        </p:spPr>
        <p:txBody>
          <a:bodyPr wrap="square" rtlCol="0">
            <a:spAutoFit/>
          </a:bodyPr>
          <a:lstStyle/>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&gt;&gt; ('</a:t>
            </a:r>
            <a:r>
              <a:rPr lang="fr-FR" sz="1200" dirty="0" err="1">
                <a:solidFill>
                  <a:srgbClr val="000000"/>
                </a:solidFill>
                <a:latin typeface="Frutiger LT Com 55 Roman" pitchFamily="34" charset="0"/>
                <a:cs typeface="+mn-cs"/>
              </a:rPr>
              <a:t>Initial_Time</a:t>
            </a:r>
            <a:r>
              <a:rPr lang="fr-FR" sz="1200" dirty="0">
                <a:solidFill>
                  <a:srgbClr val="000000"/>
                </a:solidFill>
                <a:latin typeface="Frutiger LT Com 55 Roman" pitchFamily="34" charset="0"/>
                <a:cs typeface="+mn-cs"/>
              </a:rPr>
              <a:t>', 0.0)</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&gt;&gt; ('</a:t>
            </a:r>
            <a:r>
              <a:rPr lang="fr-FR" sz="1200" dirty="0" err="1">
                <a:solidFill>
                  <a:srgbClr val="000000"/>
                </a:solidFill>
                <a:latin typeface="Frutiger LT Com 55 Roman" pitchFamily="34" charset="0"/>
                <a:cs typeface="+mn-cs"/>
              </a:rPr>
              <a:t>Simulated_Time_Lapse.Duration</a:t>
            </a:r>
            <a:r>
              <a:rPr lang="fr-FR" sz="1200" dirty="0">
                <a:solidFill>
                  <a:srgbClr val="000000"/>
                </a:solidFill>
                <a:latin typeface="Frutiger LT Com 55 Roman" pitchFamily="34" charset="0"/>
                <a:cs typeface="+mn-cs"/>
              </a:rPr>
              <a:t>', 10.0)</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a:t>
            </a:r>
            <a:r>
              <a:rPr lang="fr-FR" sz="1200" dirty="0" err="1">
                <a:solidFill>
                  <a:srgbClr val="000000"/>
                </a:solidFill>
                <a:latin typeface="Frutiger LT Com 55 Roman" pitchFamily="34" charset="0"/>
                <a:cs typeface="+mn-cs"/>
              </a:rPr>
              <a:t>xml</a:t>
            </a:r>
            <a:r>
              <a:rPr lang="fr-FR" sz="1200" dirty="0">
                <a:solidFill>
                  <a:srgbClr val="000000"/>
                </a:solidFill>
                <a:latin typeface="Frutiger LT Com 55 Roman" pitchFamily="34" charset="0"/>
                <a:cs typeface="+mn-cs"/>
              </a:rPr>
              <a:t> version="1.0" ?&gt;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&lt;ns1:Vimmp xmlns:ns1="http://chercheurs.edf.com/logiciels/</a:t>
            </a:r>
            <a:r>
              <a:rPr lang="fr-FR" sz="1200" dirty="0" err="1">
                <a:solidFill>
                  <a:srgbClr val="000000"/>
                </a:solidFill>
                <a:latin typeface="Frutiger LT Com 55 Roman" pitchFamily="34" charset="0"/>
                <a:cs typeface="+mn-cs"/>
              </a:rPr>
              <a:t>Vimmp</a:t>
            </a:r>
            <a:r>
              <a:rPr lang="fr-FR" sz="1200" dirty="0">
                <a:solidFill>
                  <a:srgbClr val="000000"/>
                </a:solidFill>
                <a:latin typeface="Frutiger LT Com 55 Roman" pitchFamily="34" charset="0"/>
                <a:cs typeface="+mn-cs"/>
              </a:rPr>
              <a:t>"&gt;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&lt;ns1:CDM&gt;</a:t>
            </a:r>
          </a:p>
          <a:p>
            <a:pPr defTabSz="914400" eaLnBrk="1" hangingPunct="1">
              <a:spcAft>
                <a:spcPts val="0"/>
              </a:spcAft>
              <a:buFont typeface="Wingdings" pitchFamily="2" charset="2"/>
              <a:buNone/>
            </a:pPr>
            <a:r>
              <a:rPr lang="fr-FR" sz="1200" dirty="0">
                <a:solidFill>
                  <a:srgbClr val="000000"/>
                </a:solidFill>
                <a:latin typeface="Frutiger LT Com 55 Roman" pitchFamily="34" charset="0"/>
                <a:cs typeface="+mn-cs"/>
              </a:rPr>
              <a:t>           &lt;ns1:Title&gt;</a:t>
            </a:r>
            <a:r>
              <a:rPr lang="fr-FR" sz="1200" dirty="0" err="1">
                <a:solidFill>
                  <a:srgbClr val="000000"/>
                </a:solidFill>
                <a:latin typeface="Frutiger LT Com 55 Roman" pitchFamily="34" charset="0"/>
                <a:cs typeface="+mn-cs"/>
              </a:rPr>
              <a:t>My</a:t>
            </a:r>
            <a:r>
              <a:rPr lang="fr-FR" sz="1200" dirty="0">
                <a:solidFill>
                  <a:srgbClr val="000000"/>
                </a:solidFill>
                <a:latin typeface="Frutiger LT Com 55 Roman" pitchFamily="34" charset="0"/>
                <a:cs typeface="+mn-cs"/>
              </a:rPr>
              <a:t> </a:t>
            </a:r>
            <a:r>
              <a:rPr lang="fr-FR" sz="1200" dirty="0" err="1">
                <a:solidFill>
                  <a:srgbClr val="000000"/>
                </a:solidFill>
                <a:latin typeface="Frutiger LT Com 55 Roman" pitchFamily="34" charset="0"/>
                <a:cs typeface="+mn-cs"/>
              </a:rPr>
              <a:t>Study</a:t>
            </a:r>
            <a:r>
              <a:rPr lang="fr-FR" sz="1200" dirty="0">
                <a:solidFill>
                  <a:srgbClr val="000000"/>
                </a:solidFill>
                <a:latin typeface="Frutiger LT Com 55 Roman" pitchFamily="34" charset="0"/>
                <a:cs typeface="+mn-cs"/>
              </a:rPr>
              <a:t>&lt;/ns1:Title&gt;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&lt;ns1:Simulated_Time_Lapse&gt;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&lt;ns1:Initial_Time&gt;0.0&lt;/ns1:Initial_Time&gt;</a:t>
            </a:r>
          </a:p>
          <a:p>
            <a:pPr defTabSz="914400" eaLnBrk="1" hangingPunct="1">
              <a:spcAft>
                <a:spcPct val="40000"/>
              </a:spcAft>
              <a:buFont typeface="Wingdings" pitchFamily="2" charset="2"/>
              <a:buNone/>
            </a:pPr>
            <a:r>
              <a:rPr lang="fr-FR" sz="1200" dirty="0">
                <a:solidFill>
                  <a:srgbClr val="000000"/>
                </a:solidFill>
                <a:latin typeface="Frutiger LT Com 55 Roman" pitchFamily="34" charset="0"/>
                <a:cs typeface="+mn-cs"/>
              </a:rPr>
              <a:t>                &lt;ns1:Duration&gt;10.0&lt;/ns1:Duration&gt;</a:t>
            </a:r>
          </a:p>
        </p:txBody>
      </p:sp>
      <p:sp>
        <p:nvSpPr>
          <p:cNvPr id="6" name="Rectangle 5"/>
          <p:cNvSpPr/>
          <p:nvPr/>
        </p:nvSpPr>
        <p:spPr>
          <a:xfrm>
            <a:off x="313579" y="895341"/>
            <a:ext cx="8506207" cy="1785104"/>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Les drivers sont générés à partir du XSD grâce à des outils libres</a:t>
            </a:r>
          </a:p>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Le code (à écrire ) :</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4" name="Textplatzhalter 1"/>
          <p:cNvSpPr txBox="1">
            <a:spLocks/>
          </p:cNvSpPr>
          <p:nvPr/>
        </p:nvSpPr>
        <p:spPr bwMode="auto">
          <a:xfrm>
            <a:off x="430924" y="1604758"/>
            <a:ext cx="5970015" cy="2016277"/>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import </a:t>
            </a:r>
            <a:r>
              <a:rPr lang="en-US" sz="1050" dirty="0" err="1">
                <a:latin typeface="Arial Black" panose="020B0A04020102020204" pitchFamily="34" charset="0"/>
              </a:rPr>
              <a:t>cata_gromacs_genere</a:t>
            </a:r>
            <a:r>
              <a:rPr lang="en-US" sz="1050" dirty="0">
                <a:latin typeface="Arial Black" panose="020B0A04020102020204" pitchFamily="34" charset="0"/>
              </a:rPr>
              <a:t> as </a:t>
            </a:r>
            <a:r>
              <a:rPr lang="en-US" sz="1050" dirty="0" err="1">
                <a:latin typeface="Arial Black" panose="020B0A04020102020204" pitchFamily="34" charset="0"/>
              </a:rPr>
              <a:t>mdm</a:t>
            </a: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import </a:t>
            </a:r>
            <a:r>
              <a:rPr lang="en-US" sz="1050" dirty="0" err="1">
                <a:latin typeface="Arial Black" panose="020B0A04020102020204" pitchFamily="34" charset="0"/>
              </a:rPr>
              <a:t>pyxb</a:t>
            </a:r>
            <a:r>
              <a:rPr lang="en-US" sz="1050" dirty="0">
                <a:latin typeface="Arial Black" panose="020B0A04020102020204" pitchFamily="34" charset="0"/>
              </a:rPr>
              <a:t>, </a:t>
            </a:r>
            <a:r>
              <a:rPr lang="en-US" sz="1050" dirty="0" err="1">
                <a:latin typeface="Arial Black" panose="020B0A04020102020204" pitchFamily="34" charset="0"/>
              </a:rPr>
              <a:t>os</a:t>
            </a: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a:p>
            <a:pPr>
              <a:spcAft>
                <a:spcPts val="0"/>
              </a:spcAft>
            </a:pPr>
            <a:r>
              <a:rPr lang="en-US" sz="1050" dirty="0" err="1">
                <a:latin typeface="Arial Black" panose="020B0A04020102020204" pitchFamily="34" charset="0"/>
              </a:rPr>
              <a:t>xmltestpath</a:t>
            </a:r>
            <a:r>
              <a:rPr lang="en-US" sz="1050" dirty="0">
                <a:latin typeface="Arial Black" panose="020B0A04020102020204" pitchFamily="34" charset="0"/>
              </a:rPr>
              <a:t>=‘example_1.xml’</a:t>
            </a:r>
          </a:p>
          <a:p>
            <a:pPr>
              <a:spcAft>
                <a:spcPts val="0"/>
              </a:spcAft>
            </a:pPr>
            <a:r>
              <a:rPr lang="en-US" sz="1050" dirty="0" err="1">
                <a:latin typeface="Arial Black" panose="020B0A04020102020204" pitchFamily="34" charset="0"/>
              </a:rPr>
              <a:t>jdd</a:t>
            </a:r>
            <a:r>
              <a:rPr lang="en-US" sz="1050" dirty="0">
                <a:latin typeface="Arial Black" panose="020B0A04020102020204" pitchFamily="34" charset="0"/>
              </a:rPr>
              <a:t> = </a:t>
            </a:r>
            <a:r>
              <a:rPr lang="en-US" sz="1050" dirty="0" err="1">
                <a:latin typeface="Arial Black" panose="020B0A04020102020204" pitchFamily="34" charset="0"/>
              </a:rPr>
              <a:t>mdm.CreateFromDocument</a:t>
            </a:r>
            <a:r>
              <a:rPr lang="en-US" sz="1050" dirty="0">
                <a:latin typeface="Arial Black" panose="020B0A04020102020204" pitchFamily="34" charset="0"/>
              </a:rPr>
              <a:t>(open(</a:t>
            </a:r>
            <a:r>
              <a:rPr lang="en-US" sz="1050" dirty="0" err="1">
                <a:latin typeface="Arial Black" panose="020B0A04020102020204" pitchFamily="34" charset="0"/>
              </a:rPr>
              <a:t>xmltestpath</a:t>
            </a:r>
            <a:r>
              <a:rPr lang="en-US" sz="1050" dirty="0">
                <a:latin typeface="Arial Black" panose="020B0A04020102020204" pitchFamily="34" charset="0"/>
              </a:rPr>
              <a:t>).read())</a:t>
            </a:r>
          </a:p>
          <a:p>
            <a:pPr>
              <a:spcAft>
                <a:spcPts val="0"/>
              </a:spcAft>
            </a:pPr>
            <a:r>
              <a:rPr lang="en-US" sz="1050" dirty="0" err="1">
                <a:latin typeface="Arial Black" panose="020B0A04020102020204" pitchFamily="34" charset="0"/>
              </a:rPr>
              <a:t>em_mdc</a:t>
            </a:r>
            <a:r>
              <a:rPr lang="en-US" sz="1050" dirty="0">
                <a:latin typeface="Arial Black" panose="020B0A04020102020204" pitchFamily="34" charset="0"/>
              </a:rPr>
              <a:t>=</a:t>
            </a:r>
            <a:r>
              <a:rPr lang="en-US" sz="1050" dirty="0" err="1">
                <a:latin typeface="Arial Black" panose="020B0A04020102020204" pitchFamily="34" charset="0"/>
              </a:rPr>
              <a:t>jdd.CDM</a:t>
            </a:r>
            <a:r>
              <a:rPr lang="en-US" sz="1050" dirty="0">
                <a:latin typeface="Arial Black" panose="020B0A04020102020204" pitchFamily="34" charset="0"/>
              </a:rPr>
              <a:t>[0]</a:t>
            </a:r>
          </a:p>
          <a:p>
            <a:pPr>
              <a:spcAft>
                <a:spcPts val="0"/>
              </a:spcAft>
            </a:pPr>
            <a:endParaRPr lang="en-US" sz="1050" dirty="0">
              <a:latin typeface="Arial Black" panose="020B0A04020102020204" pitchFamily="34" charset="0"/>
            </a:endParaRPr>
          </a:p>
          <a:p>
            <a:pPr>
              <a:spcAft>
                <a:spcPts val="0"/>
              </a:spcAft>
            </a:pPr>
            <a:r>
              <a:rPr lang="en-US" sz="1050" dirty="0">
                <a:latin typeface="Arial Black" panose="020B0A04020102020204" pitchFamily="34" charset="0"/>
              </a:rPr>
              <a:t>print(‘Initial_Time’,</a:t>
            </a:r>
            <a:r>
              <a:rPr lang="en-US" sz="1050" dirty="0" err="1">
                <a:latin typeface="Arial Black" panose="020B0A04020102020204" pitchFamily="34" charset="0"/>
              </a:rPr>
              <a:t>em_mdc.Simulated_Time_Lapse</a:t>
            </a:r>
            <a:r>
              <a:rPr lang="en-US" sz="1050" dirty="0">
                <a:latin typeface="Arial Black" panose="020B0A04020102020204" pitchFamily="34" charset="0"/>
              </a:rPr>
              <a:t>. </a:t>
            </a:r>
            <a:r>
              <a:rPr lang="en-US" sz="1050" dirty="0" err="1">
                <a:latin typeface="Arial Black" panose="020B0A04020102020204" pitchFamily="34" charset="0"/>
              </a:rPr>
              <a:t>Initial_Time</a:t>
            </a:r>
            <a:r>
              <a:rPr lang="en-US" sz="1050" dirty="0">
                <a:latin typeface="Arial Black" panose="020B0A04020102020204" pitchFamily="34" charset="0"/>
              </a:rPr>
              <a:t>)</a:t>
            </a:r>
          </a:p>
          <a:p>
            <a:pPr>
              <a:spcAft>
                <a:spcPts val="0"/>
              </a:spcAft>
            </a:pPr>
            <a:r>
              <a:rPr lang="en-US" sz="1050" dirty="0">
                <a:latin typeface="Arial Black" panose="020B0A04020102020204" pitchFamily="34" charset="0"/>
              </a:rPr>
              <a:t>print(‘Simulated_Time_Lapse.Duration’,em_mdc.Simulated_Time_Lapse.Duration)</a:t>
            </a:r>
          </a:p>
          <a:p>
            <a:pPr>
              <a:spcAft>
                <a:spcPts val="0"/>
              </a:spcAft>
            </a:pPr>
            <a:r>
              <a:rPr lang="en-US" sz="1050" dirty="0">
                <a:latin typeface="Arial Black" panose="020B0A04020102020204" pitchFamily="34" charset="0"/>
              </a:rPr>
              <a:t>print </a:t>
            </a:r>
            <a:r>
              <a:rPr lang="en-US" sz="1050" dirty="0" err="1">
                <a:latin typeface="Arial Black" panose="020B0A04020102020204" pitchFamily="34" charset="0"/>
              </a:rPr>
              <a:t>jdd.toDOM</a:t>
            </a:r>
            <a:r>
              <a:rPr lang="en-US" sz="1050" dirty="0">
                <a:latin typeface="Arial Black" panose="020B0A04020102020204" pitchFamily="34" charset="0"/>
              </a:rPr>
              <a:t>().</a:t>
            </a:r>
            <a:r>
              <a:rPr lang="en-US" sz="1050" dirty="0" err="1">
                <a:latin typeface="Arial Black" panose="020B0A04020102020204" pitchFamily="34" charset="0"/>
              </a:rPr>
              <a:t>toprettyxml</a:t>
            </a:r>
            <a:r>
              <a:rPr lang="en-US" sz="1050" dirty="0">
                <a:latin typeface="Arial Black" panose="020B0A04020102020204" pitchFamily="34" charset="0"/>
              </a:rPr>
              <a:t>()</a:t>
            </a:r>
          </a:p>
          <a:p>
            <a:pPr>
              <a:spcAft>
                <a:spcPts val="0"/>
              </a:spcAft>
            </a:pPr>
            <a:endParaRPr lang="en-US" sz="1050" dirty="0">
              <a:latin typeface="Arial Black" panose="020B0A04020102020204" pitchFamily="34" charset="0"/>
            </a:endParaRPr>
          </a:p>
        </p:txBody>
      </p:sp>
      <p:sp>
        <p:nvSpPr>
          <p:cNvPr id="7" name="Textplatzhalter 1"/>
          <p:cNvSpPr txBox="1">
            <a:spLocks/>
          </p:cNvSpPr>
          <p:nvPr/>
        </p:nvSpPr>
        <p:spPr bwMode="auto">
          <a:xfrm>
            <a:off x="6657318" y="1527683"/>
            <a:ext cx="2107884" cy="26644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600" dirty="0">
                <a:solidFill>
                  <a:srgbClr val="002060"/>
                </a:solidFill>
                <a:latin typeface="+mj-lt"/>
                <a:cs typeface="Arial" panose="020B0604020202020204" pitchFamily="34" charset="0"/>
              </a:rPr>
              <a:t>Importer l ‘</a:t>
            </a:r>
            <a:r>
              <a:rPr lang="en-US" sz="1600" dirty="0" err="1">
                <a:solidFill>
                  <a:srgbClr val="002060"/>
                </a:solidFill>
                <a:latin typeface="+mj-lt"/>
                <a:cs typeface="Arial" panose="020B0604020202020204" pitchFamily="34" charset="0"/>
              </a:rPr>
              <a:t>outil</a:t>
            </a:r>
            <a:r>
              <a:rPr lang="en-US" sz="1600" dirty="0">
                <a:solidFill>
                  <a:srgbClr val="002060"/>
                </a:solidFill>
                <a:latin typeface="+mj-lt"/>
                <a:cs typeface="Arial" panose="020B0604020202020204" pitchFamily="34" charset="0"/>
              </a:rPr>
              <a:t> et le catalogue</a:t>
            </a:r>
          </a:p>
          <a:p>
            <a:pPr>
              <a:spcAft>
                <a:spcPts val="0"/>
              </a:spcAft>
            </a:pPr>
            <a:endParaRPr lang="en-US" sz="1600" dirty="0">
              <a:solidFill>
                <a:srgbClr val="002060"/>
              </a:solidFill>
              <a:latin typeface="+mj-lt"/>
              <a:cs typeface="Arial" panose="020B0604020202020204" pitchFamily="34" charset="0"/>
            </a:endParaRPr>
          </a:p>
        </p:txBody>
      </p:sp>
      <p:cxnSp>
        <p:nvCxnSpPr>
          <p:cNvPr id="3" name="Connecteur droit avec flèche 2"/>
          <p:cNvCxnSpPr/>
          <p:nvPr/>
        </p:nvCxnSpPr>
        <p:spPr bwMode="auto">
          <a:xfrm flipV="1">
            <a:off x="3698695" y="1929843"/>
            <a:ext cx="2597329" cy="10274"/>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9" name="Connecteur droit avec flèche 8"/>
          <p:cNvCxnSpPr/>
          <p:nvPr/>
        </p:nvCxnSpPr>
        <p:spPr bwMode="auto">
          <a:xfrm flipV="1">
            <a:off x="4997359" y="2567821"/>
            <a:ext cx="1298665" cy="11973"/>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12" name="Textplatzhalter 1"/>
          <p:cNvSpPr txBox="1">
            <a:spLocks/>
          </p:cNvSpPr>
          <p:nvPr/>
        </p:nvSpPr>
        <p:spPr bwMode="auto">
          <a:xfrm>
            <a:off x="6694188" y="2039506"/>
            <a:ext cx="2034144" cy="54163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en-US" sz="1600" dirty="0">
                <a:solidFill>
                  <a:srgbClr val="002060"/>
                </a:solidFill>
                <a:latin typeface="+mj-lt"/>
                <a:cs typeface="Arial" panose="020B0604020202020204" pitchFamily="34" charset="0"/>
              </a:rPr>
              <a:t>Lire le </a:t>
            </a:r>
            <a:r>
              <a:rPr lang="en-US" sz="1600" dirty="0" err="1">
                <a:solidFill>
                  <a:srgbClr val="002060"/>
                </a:solidFill>
                <a:latin typeface="+mj-lt"/>
                <a:cs typeface="Arial" panose="020B0604020202020204" pitchFamily="34" charset="0"/>
              </a:rPr>
              <a:t>jeu</a:t>
            </a:r>
            <a:r>
              <a:rPr lang="en-US" sz="1600" dirty="0">
                <a:solidFill>
                  <a:srgbClr val="002060"/>
                </a:solidFill>
                <a:latin typeface="+mj-lt"/>
                <a:cs typeface="Arial" panose="020B0604020202020204" pitchFamily="34" charset="0"/>
              </a:rPr>
              <a:t> de </a:t>
            </a:r>
            <a:r>
              <a:rPr lang="en-US" sz="1600" dirty="0" err="1">
                <a:solidFill>
                  <a:srgbClr val="002060"/>
                </a:solidFill>
                <a:latin typeface="+mj-lt"/>
                <a:cs typeface="Arial" panose="020B0604020202020204" pitchFamily="34" charset="0"/>
              </a:rPr>
              <a:t>données</a:t>
            </a:r>
            <a:r>
              <a:rPr lang="en-US" sz="1600" dirty="0">
                <a:solidFill>
                  <a:srgbClr val="002060"/>
                </a:solidFill>
                <a:latin typeface="+mj-lt"/>
                <a:cs typeface="Arial" panose="020B0604020202020204" pitchFamily="34" charset="0"/>
              </a:rPr>
              <a:t> </a:t>
            </a:r>
            <a:r>
              <a:rPr lang="en-US" sz="1600" dirty="0" err="1">
                <a:solidFill>
                  <a:srgbClr val="002060"/>
                </a:solidFill>
                <a:latin typeface="+mj-lt"/>
                <a:cs typeface="Arial" panose="020B0604020202020204" pitchFamily="34" charset="0"/>
              </a:rPr>
              <a:t>dans</a:t>
            </a:r>
            <a:r>
              <a:rPr lang="en-US" sz="1600" dirty="0">
                <a:solidFill>
                  <a:srgbClr val="002060"/>
                </a:solidFill>
                <a:latin typeface="+mj-lt"/>
                <a:cs typeface="Arial" panose="020B0604020202020204" pitchFamily="34" charset="0"/>
              </a:rPr>
              <a:t> un objet </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
        <p:nvSpPr>
          <p:cNvPr id="13" name="Textplatzhalter 1"/>
          <p:cNvSpPr txBox="1">
            <a:spLocks/>
          </p:cNvSpPr>
          <p:nvPr/>
        </p:nvSpPr>
        <p:spPr bwMode="auto">
          <a:xfrm>
            <a:off x="6739202" y="2897140"/>
            <a:ext cx="2671925" cy="44395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050" dirty="0">
              <a:latin typeface="Arial Black" panose="020B0A04020102020204" pitchFamily="34" charset="0"/>
            </a:endParaRPr>
          </a:p>
          <a:p>
            <a:pPr>
              <a:spcAft>
                <a:spcPts val="0"/>
              </a:spcAft>
            </a:pPr>
            <a:r>
              <a:rPr lang="en-US" sz="1600" dirty="0" err="1">
                <a:solidFill>
                  <a:srgbClr val="002060"/>
                </a:solidFill>
                <a:latin typeface="+mj-lt"/>
                <a:cs typeface="Arial" panose="020B0604020202020204" pitchFamily="34" charset="0"/>
              </a:rPr>
              <a:t>Utilisation</a:t>
            </a:r>
            <a:r>
              <a:rPr lang="en-US" sz="1600" dirty="0">
                <a:solidFill>
                  <a:srgbClr val="002060"/>
                </a:solidFill>
                <a:latin typeface="+mj-lt"/>
                <a:cs typeface="Arial" panose="020B0604020202020204" pitchFamily="34" charset="0"/>
              </a:rPr>
              <a:t> des </a:t>
            </a:r>
          </a:p>
          <a:p>
            <a:pPr>
              <a:spcAft>
                <a:spcPts val="0"/>
              </a:spcAft>
            </a:pPr>
            <a:r>
              <a:rPr lang="en-US" sz="1600" dirty="0" err="1">
                <a:solidFill>
                  <a:srgbClr val="002060"/>
                </a:solidFill>
                <a:latin typeface="+mj-lt"/>
                <a:cs typeface="Arial" panose="020B0604020202020204" pitchFamily="34" charset="0"/>
              </a:rPr>
              <a:t>noms</a:t>
            </a:r>
            <a:r>
              <a:rPr lang="en-US" sz="1600" dirty="0">
                <a:solidFill>
                  <a:srgbClr val="002060"/>
                </a:solidFill>
                <a:latin typeface="+mj-lt"/>
                <a:cs typeface="Arial" panose="020B0604020202020204" pitchFamily="34" charset="0"/>
              </a:rPr>
              <a:t> métier </a:t>
            </a:r>
          </a:p>
        </p:txBody>
      </p:sp>
      <p:cxnSp>
        <p:nvCxnSpPr>
          <p:cNvPr id="20" name="Connecteur droit avec flèche 19"/>
          <p:cNvCxnSpPr/>
          <p:nvPr/>
        </p:nvCxnSpPr>
        <p:spPr bwMode="auto">
          <a:xfrm>
            <a:off x="4616553" y="3341095"/>
            <a:ext cx="1679471" cy="0"/>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23" name="Rectangle 22"/>
          <p:cNvSpPr/>
          <p:nvPr/>
        </p:nvSpPr>
        <p:spPr>
          <a:xfrm>
            <a:off x="363451" y="3621035"/>
            <a:ext cx="8506207" cy="1092607"/>
          </a:xfrm>
          <a:prstGeom prst="rect">
            <a:avLst/>
          </a:prstGeom>
          <a:noFill/>
        </p:spPr>
        <p:txBody>
          <a:bodyPr wrap="square">
            <a:spAutoFit/>
          </a:bodyPr>
          <a:lstStyle/>
          <a:p>
            <a:pPr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 Résultat de l’exécution</a:t>
            </a: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a:p>
            <a:pPr eaLnBrk="1">
              <a:spcBef>
                <a:spcPts val="300"/>
              </a:spcBef>
              <a:buClr>
                <a:srgbClr val="001A70"/>
              </a:buClr>
              <a:buFont typeface="Wingdings" panose="05000000000000000000" pitchFamily="2" charset="2"/>
              <a:buChar char=""/>
              <a:defRPr/>
            </a:pPr>
            <a:endParaRPr lang="fr-FR" altLang="fr-FR" sz="2000" dirty="0">
              <a:solidFill>
                <a:srgbClr val="002060"/>
              </a:solidFill>
              <a:latin typeface="+mj-lt"/>
            </a:endParaRPr>
          </a:p>
        </p:txBody>
      </p:sp>
      <p:sp>
        <p:nvSpPr>
          <p:cNvPr id="15" name="Text Box 2"/>
          <p:cNvSpPr txBox="1">
            <a:spLocks noChangeArrowheads="1"/>
          </p:cNvSpPr>
          <p:nvPr/>
        </p:nvSpPr>
        <p:spPr bwMode="auto">
          <a:xfrm>
            <a:off x="0" y="15028"/>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LECTURE DU XML AVEC LES DRIVERS GENERES</a:t>
            </a:r>
          </a:p>
        </p:txBody>
      </p:sp>
    </p:spTree>
    <p:extLst>
      <p:ext uri="{BB962C8B-B14F-4D97-AF65-F5344CB8AC3E}">
        <p14:creationId xmlns:p14="http://schemas.microsoft.com/office/powerpoint/2010/main" val="92997136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10</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VALIDATION</a:t>
            </a:r>
          </a:p>
        </p:txBody>
      </p:sp>
      <p:sp>
        <p:nvSpPr>
          <p:cNvPr id="2" name="Rectangle 1"/>
          <p:cNvSpPr/>
          <p:nvPr/>
        </p:nvSpPr>
        <p:spPr>
          <a:xfrm>
            <a:off x="10633" y="867062"/>
            <a:ext cx="9133367" cy="7186583"/>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Deux niveaux de validation complémentaires et indépendants des jeux de données:</a:t>
            </a:r>
            <a:endParaRPr lang="fr-FR" altLang="fr-FR" sz="2400"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Modèle XSD :</a:t>
            </a:r>
          </a:p>
          <a:p>
            <a:pPr marL="1188000" lvl="2" indent="-288000" eaLnBrk="1">
              <a:spcBef>
                <a:spcPts val="300"/>
              </a:spcBef>
              <a:buClr>
                <a:srgbClr val="001A70"/>
              </a:buClr>
              <a:buFont typeface="Arial,Sans-Serif" panose="020B0604020202020204" pitchFamily="34" charset="0"/>
              <a:buChar char="•"/>
              <a:defRPr/>
            </a:pPr>
            <a:r>
              <a:rPr lang="fr-FR" dirty="0">
                <a:solidFill>
                  <a:srgbClr val="000000"/>
                </a:solidFill>
                <a:latin typeface="Arial"/>
                <a:cs typeface="Arial"/>
              </a:rPr>
              <a:t>Validation syntaxique du document</a:t>
            </a:r>
            <a:endParaRPr lang="fr-FR" dirty="0">
              <a:latin typeface="Calibri"/>
              <a:cs typeface="Calibri"/>
            </a:endParaRPr>
          </a:p>
          <a:p>
            <a:pPr marL="1188000" lvl="2" indent="-288000">
              <a:spcBef>
                <a:spcPts val="300"/>
              </a:spcBef>
              <a:spcAft>
                <a:spcPts val="0"/>
              </a:spcAft>
              <a:buClr>
                <a:srgbClr val="001A70"/>
              </a:buClr>
              <a:buFont typeface="Arial" panose="020B0604020202020204" pitchFamily="34" charset="0"/>
              <a:buChar char="•"/>
              <a:defRPr/>
            </a:pPr>
            <a:r>
              <a:rPr lang="fr-FR" dirty="0">
                <a:solidFill>
                  <a:srgbClr val="000000"/>
                </a:solidFill>
                <a:latin typeface="Arial"/>
                <a:cs typeface="Arial"/>
              </a:rPr>
              <a:t>Validation de la structure, des types, intégrité des données</a:t>
            </a:r>
            <a:endParaRPr lang="fr-FR" dirty="0"/>
          </a:p>
          <a:p>
            <a:pPr marL="1188000" lvl="2" indent="-288000">
              <a:spcBef>
                <a:spcPts val="300"/>
              </a:spcBef>
              <a:spcAft>
                <a:spcPts val="600"/>
              </a:spcAft>
              <a:buClr>
                <a:srgbClr val="001A70"/>
              </a:buClr>
              <a:buFont typeface="Arial" panose="020B0604020202020204" pitchFamily="34" charset="0"/>
              <a:buChar char="•"/>
              <a:defRPr/>
            </a:pPr>
            <a:r>
              <a:rPr lang="fr-FR" dirty="0">
                <a:solidFill>
                  <a:srgbClr val="000000"/>
                </a:solidFill>
                <a:latin typeface="Arial"/>
                <a:cs typeface="Arial"/>
              </a:rPr>
              <a:t>Validation lancée par des validateurs ou automatiquement par les drivers</a:t>
            </a:r>
          </a:p>
          <a:p>
            <a:pPr lvl="1" eaLnBrk="1">
              <a:spcBef>
                <a:spcPts val="300"/>
              </a:spcBef>
              <a:spcAft>
                <a:spcPts val="600"/>
              </a:spcAft>
              <a:buClr>
                <a:srgbClr val="001A70"/>
              </a:buClr>
              <a:buFont typeface="Wingdings" panose="05000000000000000000" pitchFamily="2" charset="2"/>
              <a:buChar char="Ø"/>
              <a:defRPr/>
            </a:pPr>
            <a:r>
              <a:rPr lang="fr-FR" dirty="0">
                <a:solidFill>
                  <a:srgbClr val="000000"/>
                </a:solidFill>
                <a:latin typeface="Arial"/>
                <a:cs typeface="Arial"/>
              </a:rPr>
              <a:t>Modèle MDM</a:t>
            </a:r>
          </a:p>
          <a:p>
            <a:pPr marL="1188000" lvl="2" indent="-288000">
              <a:spcBef>
                <a:spcPts val="300"/>
              </a:spcBef>
              <a:spcAft>
                <a:spcPts val="300"/>
              </a:spcAft>
              <a:buClr>
                <a:srgbClr val="001A70"/>
              </a:buClr>
              <a:buFont typeface="Arial,Sans-Serif" panose="05000000000000000000" pitchFamily="2" charset="2"/>
              <a:buChar char="•"/>
            </a:pPr>
            <a:r>
              <a:rPr lang="fr-FR" dirty="0">
                <a:solidFill>
                  <a:srgbClr val="000000"/>
                </a:solidFill>
                <a:latin typeface="Arial"/>
                <a:cs typeface="Arial"/>
              </a:rPr>
              <a:t>Validation dynamique de la présence d'une structure </a:t>
            </a:r>
            <a:endParaRPr lang="fr-FR" dirty="0">
              <a:solidFill>
                <a:srgbClr val="FFFFFF"/>
              </a:solidFill>
              <a:latin typeface="Calibri"/>
              <a:cs typeface="Calibri"/>
            </a:endParaRPr>
          </a:p>
          <a:p>
            <a:pPr marL="1188000" lvl="2" indent="-288000">
              <a:spcBef>
                <a:spcPts val="300"/>
              </a:spcBef>
              <a:spcAft>
                <a:spcPts val="300"/>
              </a:spcAft>
              <a:buClr>
                <a:srgbClr val="001A70"/>
              </a:buClr>
              <a:buFont typeface="Arial,Sans-Serif" panose="05000000000000000000" pitchFamily="2" charset="2"/>
              <a:buChar char="•"/>
            </a:pPr>
            <a:r>
              <a:rPr lang="fr-FR" dirty="0">
                <a:solidFill>
                  <a:srgbClr val="000000"/>
                </a:solidFill>
                <a:latin typeface="Arial"/>
                <a:cs typeface="Arial"/>
              </a:rPr>
              <a:t>Expression des conditions par des expressions python plus expressives</a:t>
            </a:r>
          </a:p>
          <a:p>
            <a:pPr marL="1188000" lvl="2" indent="-288000">
              <a:spcBef>
                <a:spcPts val="300"/>
              </a:spcBef>
              <a:buClr>
                <a:srgbClr val="001A70"/>
              </a:buClr>
              <a:buFont typeface="Arial,Sans-Serif" panose="05000000000000000000" pitchFamily="2" charset="2"/>
              <a:buChar char="•"/>
            </a:pPr>
            <a:r>
              <a:rPr lang="fr-FR" dirty="0">
                <a:solidFill>
                  <a:srgbClr val="000000"/>
                </a:solidFill>
                <a:latin typeface="Arial"/>
                <a:cs typeface="Arial"/>
              </a:rPr>
              <a:t>Visualisation graphique du contenu invalide ou édition d’un rapport de validation</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Validation par le module MDM python et/ou par l'IHM générée</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Possibilité d’écrire des jeux de données invalides/incomplets par choix</a:t>
            </a:r>
          </a:p>
          <a:p>
            <a:pPr marL="457200" lvl="1" indent="0" eaLnBrk="1">
              <a:spcBef>
                <a:spcPts val="300"/>
              </a:spcBef>
              <a:buClr>
                <a:srgbClr val="001A70"/>
              </a:buClr>
              <a:defRPr/>
            </a:pP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28041807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11</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RE-UTILISATION DES CATALOGUES 1/2</a:t>
            </a:r>
          </a:p>
        </p:txBody>
      </p:sp>
      <p:sp>
        <p:nvSpPr>
          <p:cNvPr id="61" name="Rectangle 60"/>
          <p:cNvSpPr/>
          <p:nvPr/>
        </p:nvSpPr>
        <p:spPr>
          <a:xfrm>
            <a:off x="-1" y="968874"/>
            <a:ext cx="9133367" cy="6163226"/>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Possibilité pour les catalogues de s’inclure :</a:t>
            </a:r>
            <a:endParaRPr lang="fr-FR" sz="2000" dirty="0">
              <a:solidFill>
                <a:srgbClr val="002060"/>
              </a:solidFill>
              <a:latin typeface="Arial"/>
              <a:cs typeface="Arial"/>
            </a:endParaRPr>
          </a:p>
          <a:p>
            <a:pPr marL="791845" lvl="1" indent="-457200"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Chaque catalogue peut rester autoportant et être utilisé de façon indépendante</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Les patterns de </a:t>
            </a:r>
            <a:r>
              <a:rPr lang="fr-FR" altLang="fr-FR" sz="2000" dirty="0" err="1">
                <a:solidFill>
                  <a:srgbClr val="002060"/>
                </a:solidFill>
                <a:latin typeface="Arial"/>
                <a:cs typeface="Arial"/>
              </a:rPr>
              <a:t>mapping</a:t>
            </a:r>
            <a:r>
              <a:rPr lang="fr-FR" altLang="fr-FR" sz="2000" dirty="0">
                <a:solidFill>
                  <a:srgbClr val="002060"/>
                </a:solidFill>
                <a:latin typeface="Arial"/>
                <a:cs typeface="Arial"/>
              </a:rPr>
              <a:t> XSD choisis </a:t>
            </a:r>
          </a:p>
          <a:p>
            <a:pPr marL="791845" lvl="1" indent="-457200">
              <a:spcBef>
                <a:spcPts val="300"/>
              </a:spcBef>
              <a:spcAft>
                <a:spcPct val="25000"/>
              </a:spcAft>
              <a:buClr>
                <a:srgbClr val="001A70"/>
              </a:buClr>
              <a:buFont typeface="Wingdings" panose="05000000000000000000" pitchFamily="2" charset="2"/>
              <a:buChar char="Ø"/>
            </a:pPr>
            <a:r>
              <a:rPr lang="fr-FR" sz="2000" dirty="0">
                <a:solidFill>
                  <a:srgbClr val="000000"/>
                </a:solidFill>
                <a:latin typeface="Arial"/>
                <a:cs typeface="Arial"/>
              </a:rPr>
              <a:t>Enrichissent les paramètres disponibles </a:t>
            </a:r>
          </a:p>
          <a:p>
            <a:pPr marL="791845" lvl="1" indent="-457200">
              <a:spcBef>
                <a:spcPts val="300"/>
              </a:spcBef>
              <a:spcAft>
                <a:spcPct val="25000"/>
              </a:spcAft>
              <a:buClr>
                <a:srgbClr val="001A70"/>
              </a:buClr>
              <a:buFont typeface="Wingdings" panose="05000000000000000000" pitchFamily="2" charset="2"/>
              <a:buChar char="Ø"/>
            </a:pPr>
            <a:r>
              <a:rPr lang="fr-FR" sz="2000" dirty="0">
                <a:solidFill>
                  <a:srgbClr val="000000"/>
                </a:solidFill>
                <a:latin typeface="Arial"/>
                <a:cs typeface="Arial"/>
              </a:rPr>
              <a:t>Utilisent la notion XSD d’extension</a:t>
            </a:r>
          </a:p>
          <a:p>
            <a:pPr marL="342900" indent="-342900">
              <a:spcBef>
                <a:spcPts val="300"/>
              </a:spcBef>
              <a:spcAft>
                <a:spcPct val="25000"/>
              </a:spcAft>
              <a:buClr>
                <a:srgbClr val="001A70"/>
              </a:buClr>
              <a:buFont typeface="Wingdings" panose="05000000000000000000" pitchFamily="2" charset="2"/>
              <a:buChar char="§"/>
            </a:pPr>
            <a:endParaRPr lang="fr-FR" altLang="fr-FR" sz="2000" dirty="0">
              <a:solidFill>
                <a:srgbClr val="00206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Pas de notions redéfinies : si deux notions ne sont pas identiques, elles ne portent pas le même nom dans un catalogue partagé</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Permet facilement les ajouts de « nouveaux codes »</a:t>
            </a:r>
          </a:p>
          <a:p>
            <a:pPr marL="457200" lvl="1" indent="0" eaLnBrk="1">
              <a:spcBef>
                <a:spcPts val="300"/>
              </a:spcBef>
              <a:buClr>
                <a:srgbClr val="001A70"/>
              </a:buClr>
              <a:defRPr/>
            </a:pP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89272289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12</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RE-UTILISATION DES CATALOGUES 2/2</a:t>
            </a:r>
          </a:p>
        </p:txBody>
      </p:sp>
      <p:sp>
        <p:nvSpPr>
          <p:cNvPr id="50" name="Rectangle 49"/>
          <p:cNvSpPr/>
          <p:nvPr/>
        </p:nvSpPr>
        <p:spPr>
          <a:xfrm>
            <a:off x="11621" y="941489"/>
            <a:ext cx="8332355" cy="400110"/>
          </a:xfrm>
          <a:prstGeom prst="rect">
            <a:avLst/>
          </a:prstGeom>
          <a:noFill/>
        </p:spPr>
        <p:txBody>
          <a:bodyPr wrap="square">
            <a:spAutoFit/>
          </a:bodyPr>
          <a:lstStyle/>
          <a:p>
            <a:pPr marL="342900" indent="-342900" eaLnBrk="1">
              <a:spcBef>
                <a:spcPts val="300"/>
              </a:spcBef>
              <a:buClr>
                <a:srgbClr val="001A70"/>
              </a:buClr>
              <a:buFont typeface="Wingdings" panose="05000000000000000000" pitchFamily="2" charset="2"/>
              <a:buChar char="§"/>
              <a:defRPr/>
            </a:pPr>
            <a:r>
              <a:rPr lang="fr-FR" altLang="fr-FR" sz="2000" dirty="0">
                <a:solidFill>
                  <a:srgbClr val="002060"/>
                </a:solidFill>
                <a:latin typeface="+mj-lt"/>
              </a:rPr>
              <a:t>Exemple de </a:t>
            </a:r>
            <a:r>
              <a:rPr lang="fr-FR" altLang="fr-FR" sz="2000" dirty="0" err="1">
                <a:solidFill>
                  <a:srgbClr val="002060"/>
                </a:solidFill>
                <a:latin typeface="+mj-lt"/>
              </a:rPr>
              <a:t>ré-utilisation</a:t>
            </a:r>
            <a:r>
              <a:rPr lang="fr-FR" altLang="fr-FR" sz="2000" dirty="0">
                <a:solidFill>
                  <a:srgbClr val="002060"/>
                </a:solidFill>
                <a:latin typeface="+mj-lt"/>
              </a:rPr>
              <a:t> de catalogues </a:t>
            </a:r>
          </a:p>
        </p:txBody>
      </p:sp>
      <p:grpSp>
        <p:nvGrpSpPr>
          <p:cNvPr id="5" name="Groupe 4"/>
          <p:cNvGrpSpPr/>
          <p:nvPr/>
        </p:nvGrpSpPr>
        <p:grpSpPr>
          <a:xfrm>
            <a:off x="1750178" y="1666410"/>
            <a:ext cx="5455815" cy="4337561"/>
            <a:chOff x="103749" y="908283"/>
            <a:chExt cx="5455815" cy="4337561"/>
          </a:xfrm>
        </p:grpSpPr>
        <p:grpSp>
          <p:nvGrpSpPr>
            <p:cNvPr id="6147" name="Groupe 6146"/>
            <p:cNvGrpSpPr/>
            <p:nvPr/>
          </p:nvGrpSpPr>
          <p:grpSpPr>
            <a:xfrm>
              <a:off x="103749" y="2061209"/>
              <a:ext cx="5455815" cy="3184635"/>
              <a:chOff x="103749" y="2061209"/>
              <a:chExt cx="5455815" cy="3184635"/>
            </a:xfrm>
          </p:grpSpPr>
          <p:grpSp>
            <p:nvGrpSpPr>
              <p:cNvPr id="6145" name="Groupe 6144"/>
              <p:cNvGrpSpPr/>
              <p:nvPr/>
            </p:nvGrpSpPr>
            <p:grpSpPr>
              <a:xfrm>
                <a:off x="103749" y="2061209"/>
                <a:ext cx="2797106" cy="3172943"/>
                <a:chOff x="103749" y="2061209"/>
                <a:chExt cx="2797106" cy="3172943"/>
              </a:xfrm>
            </p:grpSpPr>
            <p:grpSp>
              <p:nvGrpSpPr>
                <p:cNvPr id="69" name="Groupe 68"/>
                <p:cNvGrpSpPr/>
                <p:nvPr/>
              </p:nvGrpSpPr>
              <p:grpSpPr>
                <a:xfrm>
                  <a:off x="561911" y="2061209"/>
                  <a:ext cx="1880782" cy="755778"/>
                  <a:chOff x="683568" y="2622666"/>
                  <a:chExt cx="864096" cy="936104"/>
                </a:xfrm>
                <a:solidFill>
                  <a:schemeClr val="accent2">
                    <a:lumMod val="40000"/>
                    <a:lumOff val="60000"/>
                  </a:schemeClr>
                </a:solidFill>
              </p:grpSpPr>
              <p:sp>
                <p:nvSpPr>
                  <p:cNvPr id="70" name="Rectangle à coins arrondis 69"/>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1" name="ZoneTexte 70"/>
                  <p:cNvSpPr txBox="1"/>
                  <p:nvPr/>
                </p:nvSpPr>
                <p:spPr>
                  <a:xfrm>
                    <a:off x="791580" y="2699338"/>
                    <a:ext cx="648072" cy="648058"/>
                  </a:xfrm>
                  <a:prstGeom prst="rect">
                    <a:avLst/>
                  </a:prstGeom>
                  <a:grpFill/>
                </p:spPr>
                <p:txBody>
                  <a:bodyPr wrap="square" rtlCol="0">
                    <a:spAutoFit/>
                  </a:bodyPr>
                  <a:lstStyle/>
                  <a:p>
                    <a:pPr algn="ctr"/>
                    <a:r>
                      <a:rPr lang="en-US" sz="1400" dirty="0">
                        <a:latin typeface="+mn-lt"/>
                      </a:rPr>
                      <a:t>CFD </a:t>
                    </a:r>
                  </a:p>
                  <a:p>
                    <a:pPr algn="ctr"/>
                    <a:r>
                      <a:rPr lang="en-US" sz="1400" dirty="0" err="1">
                        <a:latin typeface="+mn-lt"/>
                      </a:rPr>
                      <a:t>commun</a:t>
                    </a:r>
                    <a:endParaRPr lang="en-US" sz="1400" dirty="0">
                      <a:latin typeface="+mn-lt"/>
                    </a:endParaRPr>
                  </a:p>
                </p:txBody>
              </p:sp>
            </p:grpSp>
            <p:grpSp>
              <p:nvGrpSpPr>
                <p:cNvPr id="84" name="Groupe 83"/>
                <p:cNvGrpSpPr/>
                <p:nvPr/>
              </p:nvGrpSpPr>
              <p:grpSpPr>
                <a:xfrm>
                  <a:off x="103749" y="3267954"/>
                  <a:ext cx="2797106" cy="1966198"/>
                  <a:chOff x="1719488" y="3734199"/>
                  <a:chExt cx="3645556" cy="1880782"/>
                </a:xfrm>
                <a:solidFill>
                  <a:schemeClr val="accent2">
                    <a:lumMod val="75000"/>
                  </a:schemeClr>
                </a:solidFill>
              </p:grpSpPr>
              <p:grpSp>
                <p:nvGrpSpPr>
                  <p:cNvPr id="72" name="Groupe 71"/>
                  <p:cNvGrpSpPr/>
                  <p:nvPr/>
                </p:nvGrpSpPr>
                <p:grpSpPr>
                  <a:xfrm rot="16200000">
                    <a:off x="4046764" y="4296701"/>
                    <a:ext cx="1880782" cy="755778"/>
                    <a:chOff x="683568" y="2622666"/>
                    <a:chExt cx="864096" cy="936104"/>
                  </a:xfrm>
                  <a:grpFill/>
                </p:grpSpPr>
                <p:sp>
                  <p:nvSpPr>
                    <p:cNvPr id="73" name="Rectangle à coins arrondis 72"/>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4" name="ZoneTexte 73"/>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D </a:t>
                      </a:r>
                    </a:p>
                  </p:txBody>
                </p:sp>
              </p:grpSp>
              <p:grpSp>
                <p:nvGrpSpPr>
                  <p:cNvPr id="75" name="Groupe 74"/>
                  <p:cNvGrpSpPr/>
                  <p:nvPr/>
                </p:nvGrpSpPr>
                <p:grpSpPr>
                  <a:xfrm rot="16200000">
                    <a:off x="3066985" y="4296701"/>
                    <a:ext cx="1880782" cy="755778"/>
                    <a:chOff x="683568" y="2622666"/>
                    <a:chExt cx="864096" cy="936104"/>
                  </a:xfrm>
                  <a:grpFill/>
                </p:grpSpPr>
                <p:sp>
                  <p:nvSpPr>
                    <p:cNvPr id="76" name="Rectangle à coins arrondis 75"/>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77" name="ZoneTexte 76"/>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C </a:t>
                      </a:r>
                    </a:p>
                  </p:txBody>
                </p:sp>
              </p:grpSp>
              <p:grpSp>
                <p:nvGrpSpPr>
                  <p:cNvPr id="78" name="Groupe 77"/>
                  <p:cNvGrpSpPr/>
                  <p:nvPr/>
                </p:nvGrpSpPr>
                <p:grpSpPr>
                  <a:xfrm rot="16200000">
                    <a:off x="2124053" y="4296701"/>
                    <a:ext cx="1880782" cy="755778"/>
                    <a:chOff x="683568" y="2622666"/>
                    <a:chExt cx="864096" cy="936104"/>
                  </a:xfrm>
                  <a:grpFill/>
                </p:grpSpPr>
                <p:sp>
                  <p:nvSpPr>
                    <p:cNvPr id="79" name="Rectangle à coins arrondis 78"/>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80" name="ZoneTexte 79"/>
                    <p:cNvSpPr txBox="1"/>
                    <p:nvPr/>
                  </p:nvSpPr>
                  <p:spPr>
                    <a:xfrm>
                      <a:off x="761427" y="2900112"/>
                      <a:ext cx="648072" cy="381212"/>
                    </a:xfrm>
                    <a:prstGeom prst="rect">
                      <a:avLst/>
                    </a:prstGeom>
                    <a:grpFill/>
                  </p:spPr>
                  <p:txBody>
                    <a:bodyPr wrap="square" rtlCol="0" anchor="ctr">
                      <a:spAutoFit/>
                    </a:bodyPr>
                    <a:lstStyle/>
                    <a:p>
                      <a:pPr algn="ctr"/>
                      <a:r>
                        <a:rPr lang="en-US" sz="1400" dirty="0">
                          <a:latin typeface="+mn-lt"/>
                        </a:rPr>
                        <a:t>Code CFD  B </a:t>
                      </a:r>
                    </a:p>
                  </p:txBody>
                </p:sp>
              </p:grpSp>
              <p:grpSp>
                <p:nvGrpSpPr>
                  <p:cNvPr id="81" name="Groupe 80"/>
                  <p:cNvGrpSpPr/>
                  <p:nvPr/>
                </p:nvGrpSpPr>
                <p:grpSpPr>
                  <a:xfrm rot="16200000">
                    <a:off x="1156986" y="4296701"/>
                    <a:ext cx="1880782" cy="755778"/>
                    <a:chOff x="683568" y="2622666"/>
                    <a:chExt cx="864096" cy="936104"/>
                  </a:xfrm>
                  <a:grpFill/>
                </p:grpSpPr>
                <p:sp>
                  <p:nvSpPr>
                    <p:cNvPr id="82" name="Rectangle à coins arrondis 81"/>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83" name="ZoneTexte 82"/>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CFD A </a:t>
                      </a:r>
                    </a:p>
                  </p:txBody>
                </p:sp>
              </p:grpSp>
            </p:grpSp>
          </p:grpSp>
          <p:grpSp>
            <p:nvGrpSpPr>
              <p:cNvPr id="6146" name="Groupe 6145"/>
              <p:cNvGrpSpPr/>
              <p:nvPr/>
            </p:nvGrpSpPr>
            <p:grpSpPr>
              <a:xfrm>
                <a:off x="3514208" y="2072901"/>
                <a:ext cx="2045356" cy="3172943"/>
                <a:chOff x="3917157" y="2061209"/>
                <a:chExt cx="2045356" cy="3172943"/>
              </a:xfrm>
            </p:grpSpPr>
            <p:grpSp>
              <p:nvGrpSpPr>
                <p:cNvPr id="66" name="Groupe 65"/>
                <p:cNvGrpSpPr/>
                <p:nvPr/>
              </p:nvGrpSpPr>
              <p:grpSpPr>
                <a:xfrm>
                  <a:off x="3999444" y="2061209"/>
                  <a:ext cx="1880782" cy="755778"/>
                  <a:chOff x="683568" y="2622666"/>
                  <a:chExt cx="864096" cy="936104"/>
                </a:xfrm>
                <a:solidFill>
                  <a:schemeClr val="accent2">
                    <a:lumMod val="40000"/>
                    <a:lumOff val="60000"/>
                  </a:schemeClr>
                </a:solidFill>
              </p:grpSpPr>
              <p:sp>
                <p:nvSpPr>
                  <p:cNvPr id="67" name="Rectangle à coins arrondis 66"/>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8" name="ZoneTexte 67"/>
                  <p:cNvSpPr txBox="1"/>
                  <p:nvPr/>
                </p:nvSpPr>
                <p:spPr>
                  <a:xfrm>
                    <a:off x="791580" y="2699338"/>
                    <a:ext cx="648072" cy="648058"/>
                  </a:xfrm>
                  <a:prstGeom prst="rect">
                    <a:avLst/>
                  </a:prstGeom>
                  <a:grpFill/>
                </p:spPr>
                <p:txBody>
                  <a:bodyPr wrap="square" rtlCol="0">
                    <a:spAutoFit/>
                  </a:bodyPr>
                  <a:lstStyle/>
                  <a:p>
                    <a:pPr algn="ctr"/>
                    <a:r>
                      <a:rPr lang="en-US" sz="1400" dirty="0">
                        <a:latin typeface="+mn-lt"/>
                      </a:rPr>
                      <a:t>MD </a:t>
                    </a:r>
                  </a:p>
                  <a:p>
                    <a:pPr algn="ctr"/>
                    <a:r>
                      <a:rPr lang="en-US" sz="1400" dirty="0" err="1">
                        <a:latin typeface="+mn-lt"/>
                      </a:rPr>
                      <a:t>commun</a:t>
                    </a:r>
                    <a:endParaRPr lang="en-US" sz="1400" dirty="0">
                      <a:latin typeface="+mn-lt"/>
                    </a:endParaRPr>
                  </a:p>
                </p:txBody>
              </p:sp>
            </p:grpSp>
            <p:grpSp>
              <p:nvGrpSpPr>
                <p:cNvPr id="6144" name="Groupe 6143"/>
                <p:cNvGrpSpPr/>
                <p:nvPr/>
              </p:nvGrpSpPr>
              <p:grpSpPr>
                <a:xfrm>
                  <a:off x="3917157" y="3267954"/>
                  <a:ext cx="2045356" cy="1966198"/>
                  <a:chOff x="3965609" y="3267954"/>
                  <a:chExt cx="2045356" cy="1966198"/>
                </a:xfrm>
              </p:grpSpPr>
              <p:grpSp>
                <p:nvGrpSpPr>
                  <p:cNvPr id="113" name="Groupe 112"/>
                  <p:cNvGrpSpPr/>
                  <p:nvPr/>
                </p:nvGrpSpPr>
                <p:grpSpPr>
                  <a:xfrm rot="16200000">
                    <a:off x="4737925" y="3961112"/>
                    <a:ext cx="1966198" cy="579882"/>
                    <a:chOff x="683568" y="2622666"/>
                    <a:chExt cx="864096" cy="936104"/>
                  </a:xfrm>
                  <a:solidFill>
                    <a:schemeClr val="accent2">
                      <a:lumMod val="75000"/>
                    </a:schemeClr>
                  </a:solidFill>
                </p:grpSpPr>
                <p:sp>
                  <p:nvSpPr>
                    <p:cNvPr id="120" name="Rectangle à coins arrondis 119"/>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21" name="ZoneTexte 120"/>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C </a:t>
                      </a:r>
                    </a:p>
                  </p:txBody>
                </p:sp>
              </p:grpSp>
              <p:grpSp>
                <p:nvGrpSpPr>
                  <p:cNvPr id="114" name="Groupe 113"/>
                  <p:cNvGrpSpPr/>
                  <p:nvPr/>
                </p:nvGrpSpPr>
                <p:grpSpPr>
                  <a:xfrm rot="16200000">
                    <a:off x="4014447" y="3961112"/>
                    <a:ext cx="1966198" cy="579882"/>
                    <a:chOff x="683568" y="2622666"/>
                    <a:chExt cx="864096" cy="936104"/>
                  </a:xfrm>
                  <a:solidFill>
                    <a:schemeClr val="accent2">
                      <a:lumMod val="75000"/>
                    </a:schemeClr>
                  </a:solidFill>
                </p:grpSpPr>
                <p:sp>
                  <p:nvSpPr>
                    <p:cNvPr id="118" name="Rectangle à coins arrondis 117"/>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19" name="ZoneTexte 118"/>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B </a:t>
                      </a:r>
                    </a:p>
                  </p:txBody>
                </p:sp>
              </p:grpSp>
              <p:grpSp>
                <p:nvGrpSpPr>
                  <p:cNvPr id="115" name="Groupe 114"/>
                  <p:cNvGrpSpPr/>
                  <p:nvPr/>
                </p:nvGrpSpPr>
                <p:grpSpPr>
                  <a:xfrm rot="16200000">
                    <a:off x="3272451" y="3961112"/>
                    <a:ext cx="1966198" cy="579882"/>
                    <a:chOff x="683568" y="2622666"/>
                    <a:chExt cx="864096" cy="936104"/>
                  </a:xfrm>
                  <a:solidFill>
                    <a:schemeClr val="accent2">
                      <a:lumMod val="75000"/>
                    </a:schemeClr>
                  </a:solidFill>
                </p:grpSpPr>
                <p:sp>
                  <p:nvSpPr>
                    <p:cNvPr id="116" name="Rectangle à coins arrondis 115"/>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117" name="ZoneTexte 116"/>
                    <p:cNvSpPr txBox="1"/>
                    <p:nvPr/>
                  </p:nvSpPr>
                  <p:spPr>
                    <a:xfrm>
                      <a:off x="761427" y="2842296"/>
                      <a:ext cx="648072" cy="496845"/>
                    </a:xfrm>
                    <a:prstGeom prst="rect">
                      <a:avLst/>
                    </a:prstGeom>
                    <a:grpFill/>
                  </p:spPr>
                  <p:txBody>
                    <a:bodyPr wrap="square" rtlCol="0" anchor="ctr">
                      <a:spAutoFit/>
                    </a:bodyPr>
                    <a:lstStyle/>
                    <a:p>
                      <a:pPr algn="ctr"/>
                      <a:r>
                        <a:rPr lang="en-US" sz="1400" dirty="0">
                          <a:latin typeface="+mn-lt"/>
                        </a:rPr>
                        <a:t>Code MD A </a:t>
                      </a:r>
                    </a:p>
                  </p:txBody>
                </p:sp>
              </p:grpSp>
            </p:grpSp>
          </p:grpSp>
        </p:grpSp>
        <p:grpSp>
          <p:nvGrpSpPr>
            <p:cNvPr id="2" name="Groupe 1"/>
            <p:cNvGrpSpPr/>
            <p:nvPr/>
          </p:nvGrpSpPr>
          <p:grpSpPr>
            <a:xfrm>
              <a:off x="393690" y="908283"/>
              <a:ext cx="4875933" cy="2384311"/>
              <a:chOff x="393690" y="908283"/>
              <a:chExt cx="4875933" cy="2384311"/>
            </a:xfrm>
          </p:grpSpPr>
          <p:grpSp>
            <p:nvGrpSpPr>
              <p:cNvPr id="6" name="Groupe 5"/>
              <p:cNvGrpSpPr/>
              <p:nvPr/>
            </p:nvGrpSpPr>
            <p:grpSpPr>
              <a:xfrm>
                <a:off x="1960465" y="908283"/>
                <a:ext cx="1880782" cy="755778"/>
                <a:chOff x="683568" y="2622666"/>
                <a:chExt cx="864096" cy="936104"/>
              </a:xfrm>
              <a:solidFill>
                <a:schemeClr val="accent2">
                  <a:lumMod val="40000"/>
                  <a:lumOff val="60000"/>
                </a:schemeClr>
              </a:solidFill>
            </p:grpSpPr>
            <p:sp>
              <p:nvSpPr>
                <p:cNvPr id="42" name="Rectangle à coins arrondis 41"/>
                <p:cNvSpPr/>
                <p:nvPr/>
              </p:nvSpPr>
              <p:spPr bwMode="auto">
                <a:xfrm>
                  <a:off x="683568" y="2622666"/>
                  <a:ext cx="864096" cy="936104"/>
                </a:xfrm>
                <a:prstGeom prst="roundRect">
                  <a:avLst/>
                </a:prstGeom>
                <a:grp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3" name="ZoneTexte 42"/>
                <p:cNvSpPr txBox="1"/>
                <p:nvPr/>
              </p:nvSpPr>
              <p:spPr>
                <a:xfrm>
                  <a:off x="791580" y="2699338"/>
                  <a:ext cx="648072" cy="307777"/>
                </a:xfrm>
                <a:prstGeom prst="rect">
                  <a:avLst/>
                </a:prstGeom>
                <a:grpFill/>
              </p:spPr>
              <p:txBody>
                <a:bodyPr wrap="square" rtlCol="0">
                  <a:spAutoFit/>
                </a:bodyPr>
                <a:lstStyle/>
                <a:p>
                  <a:pPr algn="ctr"/>
                  <a:r>
                    <a:rPr lang="en-US" sz="1400" dirty="0" err="1">
                      <a:latin typeface="+mn-lt"/>
                    </a:rPr>
                    <a:t>Modele</a:t>
                  </a:r>
                  <a:r>
                    <a:rPr lang="en-US" sz="1400" dirty="0">
                      <a:latin typeface="+mn-lt"/>
                    </a:rPr>
                    <a:t> </a:t>
                  </a:r>
                  <a:r>
                    <a:rPr lang="en-US" sz="1400" dirty="0" err="1">
                      <a:latin typeface="+mn-lt"/>
                    </a:rPr>
                    <a:t>commun</a:t>
                  </a:r>
                  <a:endParaRPr lang="en-US" sz="1400" dirty="0">
                    <a:latin typeface="+mn-lt"/>
                  </a:endParaRPr>
                </a:p>
              </p:txBody>
            </p:sp>
          </p:grpSp>
          <p:cxnSp>
            <p:nvCxnSpPr>
              <p:cNvPr id="6163" name="Connecteur en angle 6162"/>
              <p:cNvCxnSpPr>
                <a:endCxn id="67" idx="1"/>
              </p:cNvCxnSpPr>
              <p:nvPr/>
            </p:nvCxnSpPr>
            <p:spPr bwMode="auto">
              <a:xfrm rot="16200000" flipH="1">
                <a:off x="2997202" y="1851497"/>
                <a:ext cx="786728" cy="411857"/>
              </a:xfrm>
              <a:prstGeom prst="bentConnector2">
                <a:avLst/>
              </a:prstGeom>
              <a:solidFill>
                <a:srgbClr val="00B8FF"/>
              </a:solidFill>
              <a:ln w="9525" cap="flat" cmpd="sng" algn="ctr">
                <a:solidFill>
                  <a:schemeClr val="tx1"/>
                </a:solidFill>
                <a:prstDash val="solid"/>
                <a:round/>
                <a:headEnd type="none" w="med" len="med"/>
                <a:tailEnd type="triangle"/>
              </a:ln>
              <a:effectLst/>
            </p:spPr>
          </p:cxnSp>
          <p:cxnSp>
            <p:nvCxnSpPr>
              <p:cNvPr id="147" name="Connecteur en angle 146"/>
              <p:cNvCxnSpPr>
                <a:endCxn id="70" idx="3"/>
              </p:cNvCxnSpPr>
              <p:nvPr/>
            </p:nvCxnSpPr>
            <p:spPr bwMode="auto">
              <a:xfrm rot="5400000">
                <a:off x="2244298" y="1862456"/>
                <a:ext cx="775037" cy="378246"/>
              </a:xfrm>
              <a:prstGeom prst="bentConnector2">
                <a:avLst/>
              </a:prstGeom>
              <a:solidFill>
                <a:srgbClr val="00B8FF"/>
              </a:solidFill>
              <a:ln w="9525" cap="flat" cmpd="sng" algn="ctr">
                <a:solidFill>
                  <a:schemeClr val="tx1"/>
                </a:solidFill>
                <a:prstDash val="solid"/>
                <a:round/>
                <a:headEnd type="none" w="med" len="med"/>
                <a:tailEnd type="triangle"/>
              </a:ln>
              <a:effectLst/>
            </p:spPr>
          </p:cxnSp>
          <p:cxnSp>
            <p:nvCxnSpPr>
              <p:cNvPr id="3" name="Connecteur droit avec flèche 2"/>
              <p:cNvCxnSpPr/>
              <p:nvPr/>
            </p:nvCxnSpPr>
            <p:spPr bwMode="auto">
              <a:xfrm flipH="1">
                <a:off x="3837159" y="2841627"/>
                <a:ext cx="368458"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7" name="Connecteur droit avec flèche 6"/>
              <p:cNvCxnSpPr>
                <a:endCxn id="118" idx="3"/>
              </p:cNvCxnSpPr>
              <p:nvPr/>
            </p:nvCxnSpPr>
            <p:spPr bwMode="auto">
              <a:xfrm>
                <a:off x="4536886" y="2816987"/>
                <a:ext cx="9259" cy="462659"/>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1" name="Connecteur droit avec flèche 10"/>
              <p:cNvCxnSpPr>
                <a:endCxn id="120" idx="3"/>
              </p:cNvCxnSpPr>
              <p:nvPr/>
            </p:nvCxnSpPr>
            <p:spPr bwMode="auto">
              <a:xfrm>
                <a:off x="4979682" y="2828679"/>
                <a:ext cx="289941"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5" name="Connecteur droit avec flèche 14"/>
              <p:cNvCxnSpPr>
                <a:endCxn id="82" idx="3"/>
              </p:cNvCxnSpPr>
              <p:nvPr/>
            </p:nvCxnSpPr>
            <p:spPr bwMode="auto">
              <a:xfrm flipH="1">
                <a:off x="393690" y="2828679"/>
                <a:ext cx="452054"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7" name="Connecteur droit avec flèche 16"/>
              <p:cNvCxnSpPr>
                <a:endCxn id="73" idx="3"/>
              </p:cNvCxnSpPr>
              <p:nvPr/>
            </p:nvCxnSpPr>
            <p:spPr bwMode="auto">
              <a:xfrm>
                <a:off x="2068049" y="2828679"/>
                <a:ext cx="542865"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9" name="Connecteur droit avec flèche 18"/>
              <p:cNvCxnSpPr>
                <a:endCxn id="79" idx="3"/>
              </p:cNvCxnSpPr>
              <p:nvPr/>
            </p:nvCxnSpPr>
            <p:spPr bwMode="auto">
              <a:xfrm flipH="1">
                <a:off x="1135686" y="2816987"/>
                <a:ext cx="46772" cy="450967"/>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21" name="Connecteur droit avec flèche 20"/>
              <p:cNvCxnSpPr>
                <a:endCxn id="76" idx="3"/>
              </p:cNvCxnSpPr>
              <p:nvPr/>
            </p:nvCxnSpPr>
            <p:spPr bwMode="auto">
              <a:xfrm>
                <a:off x="1789906" y="2828679"/>
                <a:ext cx="69258" cy="439275"/>
              </a:xfrm>
              <a:prstGeom prst="straightConnector1">
                <a:avLst/>
              </a:prstGeom>
              <a:solidFill>
                <a:srgbClr val="00B8FF"/>
              </a:solidFill>
              <a:ln w="9525" cap="flat" cmpd="sng" algn="ctr">
                <a:solidFill>
                  <a:schemeClr val="tx1"/>
                </a:solidFill>
                <a:prstDash val="solid"/>
                <a:round/>
                <a:headEnd type="none" w="med" len="med"/>
                <a:tailEnd type="triangle"/>
              </a:ln>
              <a:effectLst/>
            </p:spPr>
          </p:cxnSp>
        </p:grpSp>
      </p:grpSp>
      <p:sp>
        <p:nvSpPr>
          <p:cNvPr id="60" name="Textplatzhalter 1"/>
          <p:cNvSpPr txBox="1">
            <a:spLocks/>
          </p:cNvSpPr>
          <p:nvPr/>
        </p:nvSpPr>
        <p:spPr bwMode="auto">
          <a:xfrm>
            <a:off x="7315782" y="2633561"/>
            <a:ext cx="1488455" cy="1227291"/>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Un modèle pour chaque échelle </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
        <p:nvSpPr>
          <p:cNvPr id="54" name="Textplatzhalter 1"/>
          <p:cNvSpPr txBox="1">
            <a:spLocks/>
          </p:cNvSpPr>
          <p:nvPr/>
        </p:nvSpPr>
        <p:spPr bwMode="auto">
          <a:xfrm>
            <a:off x="329128" y="1375769"/>
            <a:ext cx="2886524" cy="120206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en-US"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Un modèle commun regroupe les notions communes à toutes les échelles (par exemple le temps de la simulation)</a:t>
            </a:r>
          </a:p>
        </p:txBody>
      </p:sp>
      <p:sp>
        <p:nvSpPr>
          <p:cNvPr id="57" name="Textplatzhalter 1"/>
          <p:cNvSpPr txBox="1">
            <a:spLocks/>
          </p:cNvSpPr>
          <p:nvPr/>
        </p:nvSpPr>
        <p:spPr bwMode="auto">
          <a:xfrm>
            <a:off x="2929526" y="5964409"/>
            <a:ext cx="2922519" cy="842149"/>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endParaRPr lang="fr-FR" sz="1600" dirty="0">
              <a:solidFill>
                <a:srgbClr val="002060"/>
              </a:solidFill>
              <a:latin typeface="+mj-lt"/>
              <a:cs typeface="Arial" panose="020B0604020202020204" pitchFamily="34" charset="0"/>
            </a:endParaRPr>
          </a:p>
          <a:p>
            <a:pPr>
              <a:spcAft>
                <a:spcPts val="0"/>
              </a:spcAft>
            </a:pPr>
            <a:r>
              <a:rPr lang="fr-FR" sz="1600" dirty="0">
                <a:solidFill>
                  <a:srgbClr val="002060"/>
                </a:solidFill>
                <a:latin typeface="+mj-lt"/>
                <a:cs typeface="Arial" panose="020B0604020202020204" pitchFamily="34" charset="0"/>
              </a:rPr>
              <a:t>Des modèles spécifiques pour chaque code si nécessaire</a:t>
            </a:r>
          </a:p>
          <a:p>
            <a:pPr>
              <a:spcAft>
                <a:spcPts val="0"/>
              </a:spcAft>
            </a:pPr>
            <a:endParaRPr lang="en-US" sz="1050" dirty="0">
              <a:latin typeface="Arial Black" panose="020B0A04020102020204" pitchFamily="34" charset="0"/>
            </a:endParaRPr>
          </a:p>
          <a:p>
            <a:pPr>
              <a:spcAft>
                <a:spcPts val="0"/>
              </a:spcAft>
            </a:pPr>
            <a:endParaRPr lang="en-US" sz="1050" dirty="0">
              <a:latin typeface="Arial Black" panose="020B0A04020102020204" pitchFamily="34" charset="0"/>
            </a:endParaRPr>
          </a:p>
        </p:txBody>
      </p:sp>
    </p:spTree>
    <p:extLst>
      <p:ext uri="{BB962C8B-B14F-4D97-AF65-F5344CB8AC3E}">
        <p14:creationId xmlns:p14="http://schemas.microsoft.com/office/powerpoint/2010/main" val="3272046751"/>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13</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 JEU DE DONNEES SOUS FORME </a:t>
            </a:r>
            <a:r>
              <a:rPr lang="en-US" altLang="fr-FR" sz="2800" dirty="0" smtClean="0">
                <a:solidFill>
                  <a:srgbClr val="001A70"/>
                </a:solidFill>
                <a:cs typeface="Arial" panose="020B0604020202020204" pitchFamily="34" charset="0"/>
              </a:rPr>
              <a:t>PYTHON 1/2</a:t>
            </a:r>
            <a:endParaRPr lang="en-US" altLang="fr-FR" sz="2800" dirty="0">
              <a:solidFill>
                <a:srgbClr val="001A70"/>
              </a:solidFill>
              <a:cs typeface="Arial" panose="020B0604020202020204" pitchFamily="34" charset="0"/>
            </a:endParaRPr>
          </a:p>
        </p:txBody>
      </p:sp>
      <p:sp>
        <p:nvSpPr>
          <p:cNvPr id="6" name="Rectangle 5"/>
          <p:cNvSpPr/>
          <p:nvPr/>
        </p:nvSpPr>
        <p:spPr>
          <a:xfrm>
            <a:off x="255095" y="774704"/>
            <a:ext cx="8332355" cy="400110"/>
          </a:xfrm>
          <a:prstGeom prst="rect">
            <a:avLst/>
          </a:prstGeom>
          <a:noFill/>
        </p:spPr>
        <p:txBody>
          <a:bodyPr wrap="square">
            <a:spAutoFit/>
          </a:bodyPr>
          <a:lstStyle/>
          <a:p>
            <a:pPr marL="342900" indent="-342900" eaLnBrk="1">
              <a:spcBef>
                <a:spcPts val="300"/>
              </a:spcBef>
              <a:buClr>
                <a:srgbClr val="001A70"/>
              </a:buClr>
              <a:buFont typeface="Wingdings" panose="05000000000000000000" pitchFamily="2" charset="2"/>
              <a:buChar char="§"/>
              <a:defRPr/>
            </a:pPr>
            <a:r>
              <a:rPr lang="fr-FR" altLang="fr-FR" sz="2000" dirty="0" smtClean="0">
                <a:solidFill>
                  <a:srgbClr val="002060"/>
                </a:solidFill>
                <a:latin typeface="+mj-lt"/>
              </a:rPr>
              <a:t>Le catalogue</a:t>
            </a:r>
            <a:endParaRPr lang="fr-FR" altLang="fr-FR" sz="2000" dirty="0">
              <a:solidFill>
                <a:srgbClr val="002060"/>
              </a:solidFill>
              <a:latin typeface="+mj-lt"/>
            </a:endParaRPr>
          </a:p>
        </p:txBody>
      </p:sp>
      <p:sp>
        <p:nvSpPr>
          <p:cNvPr id="10" name="Rectangle 9"/>
          <p:cNvSpPr/>
          <p:nvPr/>
        </p:nvSpPr>
        <p:spPr>
          <a:xfrm>
            <a:off x="5698608" y="946862"/>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Python</a:t>
            </a:r>
          </a:p>
        </p:txBody>
      </p:sp>
      <p:sp>
        <p:nvSpPr>
          <p:cNvPr id="9" name="Textplatzhalter 1"/>
          <p:cNvSpPr txBox="1">
            <a:spLocks/>
          </p:cNvSpPr>
          <p:nvPr/>
        </p:nvSpPr>
        <p:spPr bwMode="auto">
          <a:xfrm>
            <a:off x="127547" y="1366474"/>
            <a:ext cx="8587449" cy="4894477"/>
          </a:xfrm>
          <a:prstGeom prst="rect">
            <a:avLst/>
          </a:prstGeom>
          <a:solidFill>
            <a:srgbClr val="EEFFCC"/>
          </a:solidFill>
          <a:ln w="9525">
            <a:solidFill>
              <a:srgbClr val="00B0F0"/>
            </a:solid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 name="</a:t>
            </a:r>
            <a:r>
              <a:rPr lang="en-US" sz="1200" dirty="0" err="1">
                <a:solidFill>
                  <a:schemeClr val="tx1"/>
                </a:solidFill>
                <a:latin typeface="+mj-lt"/>
              </a:rPr>
              <a:t>T_SurLeMaillage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 &lt;</a:t>
            </a:r>
            <a:r>
              <a:rPr lang="en-US" sz="1200" dirty="0" err="1">
                <a:solidFill>
                  <a:schemeClr val="tx1"/>
                </a:solidFill>
                <a:latin typeface="+mj-lt"/>
              </a:rPr>
              <a:t>xs:restriction</a:t>
            </a:r>
            <a:r>
              <a:rPr lang="en-US" sz="1200" dirty="0">
                <a:solidFill>
                  <a:schemeClr val="tx1"/>
                </a:solidFill>
                <a:latin typeface="+mj-lt"/>
              </a:rPr>
              <a:t> base="</a:t>
            </a:r>
            <a:r>
              <a:rPr lang="en-US" sz="1200" dirty="0" err="1">
                <a:solidFill>
                  <a:schemeClr val="tx1"/>
                </a:solidFill>
                <a:latin typeface="+mj-lt"/>
              </a:rPr>
              <a:t>xs:string</a:t>
            </a:r>
            <a:r>
              <a:rPr lang="en-US" sz="1200" dirty="0" smtClean="0">
                <a:solidFill>
                  <a:schemeClr val="tx1"/>
                </a:solidFill>
                <a:latin typeface="+mj-lt"/>
              </a:rPr>
              <a:t>"&gt;&lt;/</a:t>
            </a:r>
            <a:r>
              <a:rPr lang="en-US" sz="1200" dirty="0" err="1">
                <a:solidFill>
                  <a:schemeClr val="tx1"/>
                </a:solidFill>
                <a:latin typeface="+mj-lt"/>
              </a:rPr>
              <a:t>xs:restriction</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xs:simpleType</a:t>
            </a:r>
            <a:r>
              <a:rPr lang="en-US" sz="1200" dirty="0">
                <a:solidFill>
                  <a:schemeClr val="tx1"/>
                </a:solidFill>
                <a:latin typeface="+mj-lt"/>
              </a:rPr>
              <a:t> name="</a:t>
            </a:r>
            <a:r>
              <a:rPr lang="en-US" sz="1200" dirty="0" err="1">
                <a:solidFill>
                  <a:schemeClr val="tx1"/>
                </a:solidFill>
                <a:latin typeface="+mj-lt"/>
              </a:rPr>
              <a:t>T_fichier</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xs:restriction</a:t>
            </a:r>
            <a:r>
              <a:rPr lang="en-US" sz="1200" dirty="0">
                <a:solidFill>
                  <a:schemeClr val="tx1"/>
                </a:solidFill>
                <a:latin typeface="+mj-lt"/>
              </a:rPr>
              <a:t> base="</a:t>
            </a:r>
            <a:r>
              <a:rPr lang="en-US" sz="1200" dirty="0" err="1">
                <a:solidFill>
                  <a:schemeClr val="tx1"/>
                </a:solidFill>
                <a:latin typeface="+mj-lt"/>
              </a:rPr>
              <a:t>xs:string</a:t>
            </a:r>
            <a:r>
              <a:rPr lang="en-US" sz="1200" dirty="0" smtClean="0">
                <a:solidFill>
                  <a:schemeClr val="tx1"/>
                </a:solidFill>
                <a:latin typeface="+mj-lt"/>
              </a:rPr>
              <a:t>"&gt; &lt;/</a:t>
            </a:r>
            <a:r>
              <a:rPr lang="en-US" sz="1200" dirty="0" err="1">
                <a:solidFill>
                  <a:schemeClr val="tx1"/>
                </a:solidFill>
                <a:latin typeface="+mj-lt"/>
              </a:rPr>
              <a:t>xs:restriction</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smtClean="0">
                <a:solidFill>
                  <a:schemeClr val="tx1"/>
                </a:solidFill>
                <a:latin typeface="+mj-lt"/>
              </a:rPr>
              <a:t>xs:simpleType</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a:solidFill>
                  <a:schemeClr val="tx1"/>
                </a:solidFill>
                <a:latin typeface="+mj-lt"/>
              </a:rPr>
              <a:t> name="</a:t>
            </a:r>
            <a:r>
              <a:rPr lang="en-US" sz="1200" dirty="0" err="1">
                <a:solidFill>
                  <a:schemeClr val="tx1"/>
                </a:solidFill>
                <a:latin typeface="+mj-lt"/>
              </a:rPr>
              <a:t>T_Champ</a:t>
            </a:r>
            <a:r>
              <a:rPr lang="en-US" sz="1200" dirty="0">
                <a:solidFill>
                  <a:schemeClr val="tx1"/>
                </a:solidFill>
                <a:latin typeface="+mj-lt"/>
              </a:rPr>
              <a:t>" &gt;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xs:extension</a:t>
            </a:r>
            <a:r>
              <a:rPr lang="en-US" sz="1200" dirty="0">
                <a:solidFill>
                  <a:schemeClr val="tx1"/>
                </a:solidFill>
                <a:latin typeface="+mj-lt"/>
              </a:rPr>
              <a:t> base="</a:t>
            </a:r>
            <a:r>
              <a:rPr lang="en-US" sz="1200" dirty="0" err="1">
                <a:solidFill>
                  <a:schemeClr val="tx1"/>
                </a:solidFill>
                <a:latin typeface="+mj-lt"/>
              </a:rPr>
              <a:t>T_step_Essai</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xs:element</a:t>
            </a:r>
            <a:r>
              <a:rPr lang="en-US" sz="1200" dirty="0">
                <a:solidFill>
                  <a:schemeClr val="tx1"/>
                </a:solidFill>
                <a:latin typeface="+mj-lt"/>
              </a:rPr>
              <a:t> name="</a:t>
            </a:r>
            <a:r>
              <a:rPr lang="en-US" sz="1200" dirty="0" err="1">
                <a:solidFill>
                  <a:schemeClr val="tx1"/>
                </a:solidFill>
                <a:latin typeface="+mj-lt"/>
              </a:rPr>
              <a:t>SurLeMaillage</a:t>
            </a:r>
            <a:r>
              <a:rPr lang="en-US" sz="1200" dirty="0">
                <a:solidFill>
                  <a:schemeClr val="tx1"/>
                </a:solidFill>
                <a:latin typeface="+mj-lt"/>
              </a:rPr>
              <a:t>" type="</a:t>
            </a:r>
            <a:r>
              <a:rPr lang="en-US" sz="1200" dirty="0" err="1">
                <a:solidFill>
                  <a:schemeClr val="tx1"/>
                </a:solidFill>
                <a:latin typeface="+mj-lt"/>
              </a:rPr>
              <a:t>Essai:T_SurLeMaillage</a:t>
            </a:r>
            <a:r>
              <a:rPr lang="en-US" sz="1200" dirty="0">
                <a:solidFill>
                  <a:schemeClr val="tx1"/>
                </a:solidFill>
                <a:latin typeface="+mj-lt"/>
              </a:rPr>
              <a:t>" minOccurs="</a:t>
            </a:r>
            <a:r>
              <a:rPr lang="en-US" sz="1200" dirty="0" smtClean="0">
                <a:solidFill>
                  <a:schemeClr val="tx1"/>
                </a:solidFill>
                <a:latin typeface="+mj-lt"/>
              </a:rPr>
              <a:t>1“ </a:t>
            </a:r>
            <a:r>
              <a:rPr lang="en-US" sz="1200" dirty="0" err="1" smtClean="0">
                <a:solidFill>
                  <a:schemeClr val="tx1"/>
                </a:solidFill>
                <a:latin typeface="+mj-lt"/>
              </a:rPr>
              <a:t>maxOccurs</a:t>
            </a:r>
            <a:r>
              <a:rPr lang="en-US" sz="1200" dirty="0">
                <a:solidFill>
                  <a:schemeClr val="tx1"/>
                </a:solidFill>
                <a:latin typeface="+mj-lt"/>
              </a:rPr>
              <a:t>="1"/&gt;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xs:attribute</a:t>
            </a:r>
            <a:r>
              <a:rPr lang="en-US" sz="1200" dirty="0">
                <a:solidFill>
                  <a:schemeClr val="tx1"/>
                </a:solidFill>
                <a:latin typeface="+mj-lt"/>
              </a:rPr>
              <a:t> name="name" type="</a:t>
            </a:r>
            <a:r>
              <a:rPr lang="en-US" sz="1200" dirty="0" err="1">
                <a:solidFill>
                  <a:schemeClr val="tx1"/>
                </a:solidFill>
                <a:latin typeface="+mj-lt"/>
              </a:rPr>
              <a:t>xs:string</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xs:attribute</a:t>
            </a:r>
            <a:r>
              <a:rPr lang="en-US" sz="1200" dirty="0">
                <a:solidFill>
                  <a:schemeClr val="tx1"/>
                </a:solidFill>
                <a:latin typeface="+mj-lt"/>
              </a:rPr>
              <a:t> name="</a:t>
            </a:r>
            <a:r>
              <a:rPr lang="en-US" sz="1200" dirty="0" err="1">
                <a:solidFill>
                  <a:schemeClr val="tx1"/>
                </a:solidFill>
                <a:latin typeface="+mj-lt"/>
              </a:rPr>
              <a:t>typeUtilisateur</a:t>
            </a:r>
            <a:r>
              <a:rPr lang="en-US" sz="1200" dirty="0">
                <a:solidFill>
                  <a:schemeClr val="tx1"/>
                </a:solidFill>
                <a:latin typeface="+mj-lt"/>
              </a:rPr>
              <a:t>" type="</a:t>
            </a:r>
            <a:r>
              <a:rPr lang="en-US" sz="1200" dirty="0" err="1">
                <a:solidFill>
                  <a:schemeClr val="tx1"/>
                </a:solidFill>
                <a:latin typeface="+mj-lt"/>
              </a:rPr>
              <a:t>xs:string</a:t>
            </a:r>
            <a:r>
              <a:rPr lang="en-US" sz="1200" dirty="0">
                <a:solidFill>
                  <a:schemeClr val="tx1"/>
                </a:solidFill>
                <a:latin typeface="+mj-lt"/>
              </a:rPr>
              <a:t>" fixed="champ"/&gt;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 </a:t>
            </a:r>
            <a:r>
              <a:rPr lang="en-US" sz="1200" dirty="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smtClean="0">
                <a:solidFill>
                  <a:schemeClr val="tx1"/>
                </a:solidFill>
                <a:latin typeface="+mj-lt"/>
              </a:rPr>
              <a:t>&gt;</a:t>
            </a:r>
          </a:p>
          <a:p>
            <a:pPr marL="36000">
              <a:spcBef>
                <a:spcPts val="0"/>
              </a:spcBef>
              <a:spcAft>
                <a:spcPts val="0"/>
              </a:spcAft>
            </a:pPr>
            <a:r>
              <a:rPr lang="en-US" sz="1200" dirty="0" smtClean="0">
                <a:solidFill>
                  <a:schemeClr val="tx1"/>
                </a:solidFill>
                <a:latin typeface="+mj-lt"/>
              </a:rPr>
              <a:t>&lt;</a:t>
            </a:r>
            <a:r>
              <a:rPr lang="en-US" sz="1200" dirty="0" err="1">
                <a:solidFill>
                  <a:schemeClr val="tx1"/>
                </a:solidFill>
                <a:latin typeface="+mj-lt"/>
              </a:rPr>
              <a:t>xs:complexType</a:t>
            </a:r>
            <a:r>
              <a:rPr lang="en-US" sz="1200" dirty="0">
                <a:solidFill>
                  <a:schemeClr val="tx1"/>
                </a:solidFill>
                <a:latin typeface="+mj-lt"/>
              </a:rPr>
              <a:t> name="</a:t>
            </a:r>
            <a:r>
              <a:rPr lang="en-US" sz="1200" dirty="0" err="1">
                <a:solidFill>
                  <a:schemeClr val="tx1"/>
                </a:solidFill>
                <a:latin typeface="+mj-lt"/>
              </a:rPr>
              <a:t>T_Maillage</a:t>
            </a:r>
            <a:r>
              <a:rPr lang="en-US" sz="1200" dirty="0">
                <a:solidFill>
                  <a:schemeClr val="tx1"/>
                </a:solidFill>
                <a:latin typeface="+mj-lt"/>
              </a:rPr>
              <a:t>" &gt;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 base="</a:t>
            </a:r>
            <a:r>
              <a:rPr lang="en-US" sz="1200" dirty="0" err="1">
                <a:solidFill>
                  <a:schemeClr val="tx1"/>
                </a:solidFill>
                <a:latin typeface="+mj-lt"/>
              </a:rPr>
              <a:t>T_step_Essai</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xs:element</a:t>
            </a:r>
            <a:r>
              <a:rPr lang="en-US" sz="1200" dirty="0">
                <a:solidFill>
                  <a:schemeClr val="tx1"/>
                </a:solidFill>
                <a:latin typeface="+mj-lt"/>
              </a:rPr>
              <a:t> name="</a:t>
            </a:r>
            <a:r>
              <a:rPr lang="en-US" sz="1200" dirty="0" err="1">
                <a:solidFill>
                  <a:schemeClr val="tx1"/>
                </a:solidFill>
                <a:latin typeface="+mj-lt"/>
              </a:rPr>
              <a:t>fichier</a:t>
            </a:r>
            <a:r>
              <a:rPr lang="en-US" sz="1200" dirty="0">
                <a:solidFill>
                  <a:schemeClr val="tx1"/>
                </a:solidFill>
                <a:latin typeface="+mj-lt"/>
              </a:rPr>
              <a:t>" type="</a:t>
            </a:r>
            <a:r>
              <a:rPr lang="en-US" sz="1200" dirty="0" err="1">
                <a:solidFill>
                  <a:schemeClr val="tx1"/>
                </a:solidFill>
                <a:latin typeface="+mj-lt"/>
              </a:rPr>
              <a:t>Essai:T_fichier</a:t>
            </a:r>
            <a:r>
              <a:rPr lang="en-US" sz="1200" dirty="0">
                <a:solidFill>
                  <a:schemeClr val="tx1"/>
                </a:solidFill>
                <a:latin typeface="+mj-lt"/>
              </a:rPr>
              <a:t>" minOccurs="1" </a:t>
            </a:r>
            <a:r>
              <a:rPr lang="en-US" sz="1200" dirty="0" err="1">
                <a:solidFill>
                  <a:schemeClr val="tx1"/>
                </a:solidFill>
                <a:latin typeface="+mj-lt"/>
              </a:rPr>
              <a:t>maxOccurs</a:t>
            </a:r>
            <a:r>
              <a:rPr lang="en-US" sz="1200" dirty="0">
                <a:solidFill>
                  <a:schemeClr val="tx1"/>
                </a:solidFill>
                <a:latin typeface="+mj-lt"/>
              </a:rPr>
              <a:t>="1"/&gt;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xs:sequence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xs:attribute</a:t>
            </a:r>
            <a:r>
              <a:rPr lang="en-US" sz="1200" dirty="0">
                <a:solidFill>
                  <a:schemeClr val="tx1"/>
                </a:solidFill>
                <a:latin typeface="+mj-lt"/>
              </a:rPr>
              <a:t> name="name" type="</a:t>
            </a:r>
            <a:r>
              <a:rPr lang="en-US" sz="1200" dirty="0" err="1">
                <a:solidFill>
                  <a:schemeClr val="tx1"/>
                </a:solidFill>
                <a:latin typeface="+mj-lt"/>
              </a:rPr>
              <a:t>xs:string</a:t>
            </a:r>
            <a:r>
              <a:rPr lang="en-US" sz="1200" dirty="0">
                <a:solidFill>
                  <a:schemeClr val="tx1"/>
                </a:solidFill>
                <a:latin typeface="+mj-lt"/>
              </a:rPr>
              <a:t>"/&gt;</a:t>
            </a:r>
          </a:p>
          <a:p>
            <a:pPr marL="36000">
              <a:spcBef>
                <a:spcPts val="0"/>
              </a:spcBef>
              <a:spcAft>
                <a:spcPts val="0"/>
              </a:spcAft>
            </a:pPr>
            <a:r>
              <a:rPr lang="en-US" sz="1200" dirty="0" smtClean="0">
                <a:solidFill>
                  <a:schemeClr val="tx1"/>
                </a:solidFill>
                <a:latin typeface="+mj-lt"/>
              </a:rPr>
              <a:t>      &lt;</a:t>
            </a:r>
            <a:r>
              <a:rPr lang="en-US" sz="1200" dirty="0" err="1">
                <a:solidFill>
                  <a:schemeClr val="tx1"/>
                </a:solidFill>
                <a:latin typeface="+mj-lt"/>
              </a:rPr>
              <a:t>xs:attribute</a:t>
            </a:r>
            <a:r>
              <a:rPr lang="en-US" sz="1200" dirty="0">
                <a:solidFill>
                  <a:schemeClr val="tx1"/>
                </a:solidFill>
                <a:latin typeface="+mj-lt"/>
              </a:rPr>
              <a:t> name="</a:t>
            </a:r>
            <a:r>
              <a:rPr lang="en-US" sz="1200" dirty="0" err="1">
                <a:solidFill>
                  <a:schemeClr val="tx1"/>
                </a:solidFill>
                <a:latin typeface="+mj-lt"/>
              </a:rPr>
              <a:t>typeUtilisateur</a:t>
            </a:r>
            <a:r>
              <a:rPr lang="en-US" sz="1200" dirty="0">
                <a:solidFill>
                  <a:schemeClr val="tx1"/>
                </a:solidFill>
                <a:latin typeface="+mj-lt"/>
              </a:rPr>
              <a:t>" type="</a:t>
            </a:r>
            <a:r>
              <a:rPr lang="en-US" sz="1200" dirty="0" err="1">
                <a:solidFill>
                  <a:schemeClr val="tx1"/>
                </a:solidFill>
                <a:latin typeface="+mj-lt"/>
              </a:rPr>
              <a:t>xs:string</a:t>
            </a:r>
            <a:r>
              <a:rPr lang="en-US" sz="1200" dirty="0">
                <a:solidFill>
                  <a:schemeClr val="tx1"/>
                </a:solidFill>
                <a:latin typeface="+mj-lt"/>
              </a:rPr>
              <a:t>" fixed="</a:t>
            </a:r>
            <a:r>
              <a:rPr lang="en-US" sz="1200" dirty="0" err="1">
                <a:solidFill>
                  <a:schemeClr val="tx1"/>
                </a:solidFill>
                <a:latin typeface="+mj-lt"/>
              </a:rPr>
              <a:t>maillage</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xs:extension</a:t>
            </a:r>
            <a:r>
              <a:rPr lang="en-US" sz="1200" dirty="0">
                <a:solidFill>
                  <a:schemeClr val="tx1"/>
                </a:solidFill>
                <a:latin typeface="+mj-lt"/>
              </a:rPr>
              <a:t>&gt;</a:t>
            </a:r>
          </a:p>
          <a:p>
            <a:pPr marL="36000">
              <a:spcBef>
                <a:spcPts val="0"/>
              </a:spcBef>
              <a:spcAft>
                <a:spcPts val="0"/>
              </a:spcAft>
            </a:pPr>
            <a:r>
              <a:rPr lang="en-US" sz="1200" dirty="0">
                <a:solidFill>
                  <a:schemeClr val="tx1"/>
                </a:solidFill>
                <a:latin typeface="+mj-lt"/>
              </a:rPr>
              <a:t>  </a:t>
            </a:r>
            <a:r>
              <a:rPr lang="en-US" sz="1200" dirty="0" smtClean="0">
                <a:solidFill>
                  <a:schemeClr val="tx1"/>
                </a:solidFill>
                <a:latin typeface="+mj-lt"/>
              </a:rPr>
              <a:t>&lt;/</a:t>
            </a:r>
            <a:r>
              <a:rPr lang="en-US" sz="1200" dirty="0" err="1">
                <a:solidFill>
                  <a:schemeClr val="tx1"/>
                </a:solidFill>
                <a:latin typeface="+mj-lt"/>
              </a:rPr>
              <a:t>xs:complexContent</a:t>
            </a:r>
            <a:r>
              <a:rPr lang="en-US" sz="1200" dirty="0">
                <a:solidFill>
                  <a:schemeClr val="tx1"/>
                </a:solidFill>
                <a:latin typeface="+mj-lt"/>
              </a:rPr>
              <a:t>&gt;</a:t>
            </a:r>
          </a:p>
        </p:txBody>
      </p:sp>
      <p:sp>
        <p:nvSpPr>
          <p:cNvPr id="12" name="Rectangle 11"/>
          <p:cNvSpPr/>
          <p:nvPr/>
        </p:nvSpPr>
        <p:spPr>
          <a:xfrm>
            <a:off x="782371" y="1026496"/>
            <a:ext cx="1062555" cy="369332"/>
          </a:xfrm>
          <a:prstGeom prst="rect">
            <a:avLst/>
          </a:prstGeom>
          <a:noFill/>
        </p:spPr>
        <p:txBody>
          <a:bodyPr wrap="square">
            <a:spAutoFit/>
          </a:bodyPr>
          <a:lstStyle/>
          <a:p>
            <a:pPr eaLnBrk="1">
              <a:spcBef>
                <a:spcPts val="300"/>
              </a:spcBef>
              <a:buClr>
                <a:srgbClr val="001A70"/>
              </a:buClr>
              <a:defRPr/>
            </a:pPr>
            <a:r>
              <a:rPr lang="fr-FR" altLang="fr-FR" dirty="0" smtClean="0">
                <a:solidFill>
                  <a:srgbClr val="000000"/>
                </a:solidFill>
                <a:latin typeface="Arial"/>
                <a:cs typeface="Arial"/>
              </a:rPr>
              <a:t>XSD</a:t>
            </a:r>
            <a:endParaRPr lang="fr-FR" altLang="fr-FR" dirty="0">
              <a:solidFill>
                <a:srgbClr val="000000"/>
              </a:solidFill>
              <a:latin typeface="Arial"/>
              <a:cs typeface="Arial"/>
            </a:endParaRPr>
          </a:p>
        </p:txBody>
      </p:sp>
      <p:sp>
        <p:nvSpPr>
          <p:cNvPr id="2" name="Rectangle 1"/>
          <p:cNvSpPr/>
          <p:nvPr/>
        </p:nvSpPr>
        <p:spPr>
          <a:xfrm>
            <a:off x="6211320" y="824984"/>
            <a:ext cx="248786" cy="369332"/>
          </a:xfrm>
          <a:prstGeom prst="rect">
            <a:avLst/>
          </a:prstGeom>
        </p:spPr>
        <p:txBody>
          <a:bodyPr wrap="none">
            <a:spAutoFit/>
          </a:bodyPr>
          <a:lstStyle/>
          <a:p>
            <a:r>
              <a:rPr lang="en-US" dirty="0">
                <a:solidFill>
                  <a:schemeClr val="tx1"/>
                </a:solidFill>
                <a:latin typeface="+mj-lt"/>
              </a:rPr>
              <a:t> </a:t>
            </a:r>
            <a:endParaRPr lang="fr-FR" dirty="0"/>
          </a:p>
        </p:txBody>
      </p:sp>
      <p:sp>
        <p:nvSpPr>
          <p:cNvPr id="3" name="ZoneTexte 2"/>
          <p:cNvSpPr txBox="1"/>
          <p:nvPr/>
        </p:nvSpPr>
        <p:spPr>
          <a:xfrm>
            <a:off x="3883511" y="1346972"/>
            <a:ext cx="4830183" cy="1831435"/>
          </a:xfrm>
          <a:prstGeom prst="rect">
            <a:avLst/>
          </a:prstGeom>
          <a:solidFill>
            <a:schemeClr val="bg1"/>
          </a:solidFill>
        </p:spPr>
        <p:txBody>
          <a:bodyPr wrap="square" rtlCol="0">
            <a:spAutoFit/>
          </a:bodyPr>
          <a:lstStyle/>
          <a:p>
            <a:endParaRPr lang="fr-FR" dirty="0"/>
          </a:p>
        </p:txBody>
      </p:sp>
      <p:sp>
        <p:nvSpPr>
          <p:cNvPr id="5" name="Textplatzhalter 1"/>
          <p:cNvSpPr txBox="1">
            <a:spLocks/>
          </p:cNvSpPr>
          <p:nvPr/>
        </p:nvSpPr>
        <p:spPr bwMode="auto">
          <a:xfrm>
            <a:off x="4361319" y="1385565"/>
            <a:ext cx="4037744" cy="1091855"/>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a:spcAft>
                <a:spcPts val="0"/>
              </a:spcAft>
            </a:pPr>
            <a:r>
              <a:rPr lang="en-US" sz="1200" dirty="0">
                <a:solidFill>
                  <a:schemeClr val="tx1"/>
                </a:solidFill>
                <a:latin typeface="+mj-lt"/>
              </a:rPr>
              <a:t>class </a:t>
            </a:r>
            <a:r>
              <a:rPr lang="en-US" sz="1200" dirty="0" err="1">
                <a:solidFill>
                  <a:schemeClr val="tx1"/>
                </a:solidFill>
                <a:latin typeface="+mj-lt"/>
              </a:rPr>
              <a:t>maillage</a:t>
            </a:r>
            <a:r>
              <a:rPr lang="en-US" sz="1200" dirty="0">
                <a:solidFill>
                  <a:schemeClr val="tx1"/>
                </a:solidFill>
                <a:latin typeface="+mj-lt"/>
              </a:rPr>
              <a:t>(ASSD):pass</a:t>
            </a:r>
          </a:p>
          <a:p>
            <a:pPr>
              <a:spcAft>
                <a:spcPts val="0"/>
              </a:spcAft>
            </a:pPr>
            <a:r>
              <a:rPr lang="en-US" sz="1200" dirty="0">
                <a:solidFill>
                  <a:schemeClr val="tx1"/>
                </a:solidFill>
                <a:latin typeface="+mj-lt"/>
              </a:rPr>
              <a:t>class champ(ASSD):pass</a:t>
            </a:r>
          </a:p>
          <a:p>
            <a:pPr>
              <a:spcAft>
                <a:spcPts val="0"/>
              </a:spcAft>
            </a:pPr>
            <a:r>
              <a:rPr lang="en-US" sz="1200" dirty="0" err="1">
                <a:solidFill>
                  <a:schemeClr val="tx1"/>
                </a:solidFill>
                <a:latin typeface="+mj-lt"/>
              </a:rPr>
              <a:t>Maillage</a:t>
            </a:r>
            <a:r>
              <a:rPr lang="en-US" sz="1200" dirty="0">
                <a:solidFill>
                  <a:schemeClr val="tx1"/>
                </a:solidFill>
                <a:latin typeface="+mj-lt"/>
              </a:rPr>
              <a:t> = OPER ( nom='</a:t>
            </a:r>
            <a:r>
              <a:rPr lang="en-US" sz="1200" dirty="0" err="1">
                <a:solidFill>
                  <a:schemeClr val="tx1"/>
                </a:solidFill>
                <a:latin typeface="+mj-lt"/>
              </a:rPr>
              <a:t>Maillage</a:t>
            </a:r>
            <a:r>
              <a:rPr lang="en-US" sz="1200" dirty="0">
                <a:solidFill>
                  <a:schemeClr val="tx1"/>
                </a:solidFill>
                <a:latin typeface="+mj-lt"/>
              </a:rPr>
              <a:t>', </a:t>
            </a:r>
            <a:r>
              <a:rPr lang="en-US" sz="1200" dirty="0" err="1">
                <a:solidFill>
                  <a:schemeClr val="tx1"/>
                </a:solidFill>
                <a:latin typeface="+mj-lt"/>
              </a:rPr>
              <a:t>sd_prod</a:t>
            </a:r>
            <a:r>
              <a:rPr lang="en-US" sz="1200" dirty="0">
                <a:solidFill>
                  <a:schemeClr val="tx1"/>
                </a:solidFill>
                <a:latin typeface="+mj-lt"/>
              </a:rPr>
              <a:t>=</a:t>
            </a:r>
            <a:r>
              <a:rPr lang="en-US" sz="1200" dirty="0" err="1">
                <a:solidFill>
                  <a:schemeClr val="tx1"/>
                </a:solidFill>
                <a:latin typeface="+mj-lt"/>
              </a:rPr>
              <a:t>maillage</a:t>
            </a:r>
            <a:r>
              <a:rPr lang="en-US" sz="1200" dirty="0">
                <a:solidFill>
                  <a:schemeClr val="tx1"/>
                </a:solidFill>
                <a:latin typeface="+mj-lt"/>
              </a:rPr>
              <a:t>,</a:t>
            </a:r>
          </a:p>
          <a:p>
            <a:pPr>
              <a:spcAft>
                <a:spcPts val="0"/>
              </a:spcAft>
            </a:pPr>
            <a:r>
              <a:rPr lang="en-US" sz="1200" dirty="0">
                <a:solidFill>
                  <a:schemeClr val="tx1"/>
                </a:solidFill>
                <a:latin typeface="+mj-lt"/>
              </a:rPr>
              <a:t>    </a:t>
            </a:r>
            <a:r>
              <a:rPr lang="en-US" sz="1200" dirty="0" err="1">
                <a:solidFill>
                  <a:schemeClr val="tx1"/>
                </a:solidFill>
                <a:latin typeface="+mj-lt"/>
              </a:rPr>
              <a:t>fichier</a:t>
            </a:r>
            <a:r>
              <a:rPr lang="en-US" sz="1200" dirty="0">
                <a:solidFill>
                  <a:schemeClr val="tx1"/>
                </a:solidFill>
                <a:latin typeface="+mj-lt"/>
              </a:rPr>
              <a:t> = SIMP( </a:t>
            </a:r>
            <a:r>
              <a:rPr lang="en-US" sz="1200" dirty="0" err="1">
                <a:solidFill>
                  <a:schemeClr val="tx1"/>
                </a:solidFill>
                <a:latin typeface="+mj-lt"/>
              </a:rPr>
              <a:t>statut</a:t>
            </a:r>
            <a:r>
              <a:rPr lang="en-US" sz="1200" dirty="0">
                <a:solidFill>
                  <a:schemeClr val="tx1"/>
                </a:solidFill>
                <a:latin typeface="+mj-lt"/>
              </a:rPr>
              <a:t>='o', </a:t>
            </a:r>
            <a:r>
              <a:rPr lang="en-US" sz="1200" dirty="0" err="1">
                <a:solidFill>
                  <a:schemeClr val="tx1"/>
                </a:solidFill>
                <a:latin typeface="+mj-lt"/>
              </a:rPr>
              <a:t>typ</a:t>
            </a:r>
            <a:r>
              <a:rPr lang="en-US" sz="1200" dirty="0">
                <a:solidFill>
                  <a:schemeClr val="tx1"/>
                </a:solidFill>
                <a:latin typeface="+mj-lt"/>
              </a:rPr>
              <a:t> = ('</a:t>
            </a:r>
            <a:r>
              <a:rPr lang="en-US" sz="1200" dirty="0" err="1">
                <a:solidFill>
                  <a:schemeClr val="tx1"/>
                </a:solidFill>
                <a:latin typeface="+mj-lt"/>
              </a:rPr>
              <a:t>Fichier</a:t>
            </a:r>
            <a:r>
              <a:rPr lang="en-US" sz="1200" dirty="0">
                <a:solidFill>
                  <a:schemeClr val="tx1"/>
                </a:solidFill>
                <a:latin typeface="+mj-lt"/>
              </a:rPr>
              <a:t>','All Files </a:t>
            </a:r>
            <a:r>
              <a:rPr lang="en-US" sz="1200" dirty="0" smtClean="0">
                <a:solidFill>
                  <a:schemeClr val="tx1"/>
                </a:solidFill>
                <a:latin typeface="+mj-lt"/>
              </a:rPr>
              <a:t>(*)')),)</a:t>
            </a:r>
            <a:endParaRPr lang="en-US" sz="1200" dirty="0">
              <a:solidFill>
                <a:schemeClr val="tx1"/>
              </a:solidFill>
              <a:latin typeface="+mj-lt"/>
            </a:endParaRPr>
          </a:p>
          <a:p>
            <a:pPr>
              <a:spcAft>
                <a:spcPts val="0"/>
              </a:spcAft>
            </a:pPr>
            <a:r>
              <a:rPr lang="en-US" sz="1200" dirty="0">
                <a:solidFill>
                  <a:schemeClr val="tx1"/>
                </a:solidFill>
                <a:latin typeface="+mj-lt"/>
              </a:rPr>
              <a:t>Champ = OPER ( nom='Champ', </a:t>
            </a:r>
            <a:r>
              <a:rPr lang="en-US" sz="1200" dirty="0" err="1">
                <a:solidFill>
                  <a:schemeClr val="tx1"/>
                </a:solidFill>
                <a:latin typeface="+mj-lt"/>
              </a:rPr>
              <a:t>sd_prod</a:t>
            </a:r>
            <a:r>
              <a:rPr lang="en-US" sz="1200" dirty="0">
                <a:solidFill>
                  <a:schemeClr val="tx1"/>
                </a:solidFill>
                <a:latin typeface="+mj-lt"/>
              </a:rPr>
              <a:t>=champ,</a:t>
            </a:r>
          </a:p>
          <a:p>
            <a:pPr>
              <a:spcAft>
                <a:spcPts val="0"/>
              </a:spcAft>
            </a:pPr>
            <a:r>
              <a:rPr lang="en-US" sz="1200" dirty="0">
                <a:solidFill>
                  <a:schemeClr val="tx1"/>
                </a:solidFill>
                <a:latin typeface="+mj-lt"/>
              </a:rPr>
              <a:t>    </a:t>
            </a:r>
            <a:r>
              <a:rPr lang="en-US" sz="1200" dirty="0" err="1">
                <a:solidFill>
                  <a:schemeClr val="tx1"/>
                </a:solidFill>
                <a:latin typeface="+mj-lt"/>
              </a:rPr>
              <a:t>SurLeMaillage</a:t>
            </a:r>
            <a:r>
              <a:rPr lang="en-US" sz="1200" dirty="0">
                <a:solidFill>
                  <a:schemeClr val="tx1"/>
                </a:solidFill>
                <a:latin typeface="+mj-lt"/>
              </a:rPr>
              <a:t> = SIMP( </a:t>
            </a:r>
            <a:r>
              <a:rPr lang="en-US" sz="1200" dirty="0" err="1">
                <a:solidFill>
                  <a:schemeClr val="tx1"/>
                </a:solidFill>
                <a:latin typeface="+mj-lt"/>
              </a:rPr>
              <a:t>statut</a:t>
            </a:r>
            <a:r>
              <a:rPr lang="en-US" sz="1200" dirty="0">
                <a:solidFill>
                  <a:schemeClr val="tx1"/>
                </a:solidFill>
                <a:latin typeface="+mj-lt"/>
              </a:rPr>
              <a:t>='o', </a:t>
            </a:r>
            <a:r>
              <a:rPr lang="en-US" sz="1200" dirty="0" err="1">
                <a:solidFill>
                  <a:schemeClr val="tx1"/>
                </a:solidFill>
                <a:latin typeface="+mj-lt"/>
              </a:rPr>
              <a:t>typ</a:t>
            </a:r>
            <a:r>
              <a:rPr lang="en-US" sz="1200" dirty="0">
                <a:solidFill>
                  <a:schemeClr val="tx1"/>
                </a:solidFill>
                <a:latin typeface="+mj-lt"/>
              </a:rPr>
              <a:t> = </a:t>
            </a:r>
            <a:r>
              <a:rPr lang="en-US" sz="1200" dirty="0" err="1">
                <a:solidFill>
                  <a:schemeClr val="tx1"/>
                </a:solidFill>
                <a:latin typeface="+mj-lt"/>
              </a:rPr>
              <a:t>maillage</a:t>
            </a:r>
            <a:r>
              <a:rPr lang="en-US" sz="1200" dirty="0" smtClean="0">
                <a:solidFill>
                  <a:schemeClr val="tx1"/>
                </a:solidFill>
                <a:latin typeface="+mj-lt"/>
              </a:rPr>
              <a:t>),)</a:t>
            </a:r>
            <a:endParaRPr lang="en-US" sz="1200" dirty="0">
              <a:solidFill>
                <a:schemeClr val="tx1"/>
              </a:solidFill>
              <a:latin typeface="+mj-lt"/>
            </a:endParaRPr>
          </a:p>
        </p:txBody>
      </p:sp>
      <p:sp>
        <p:nvSpPr>
          <p:cNvPr id="7" name="Ellipse 6"/>
          <p:cNvSpPr/>
          <p:nvPr/>
        </p:nvSpPr>
        <p:spPr bwMode="auto">
          <a:xfrm>
            <a:off x="3883511" y="861511"/>
            <a:ext cx="4993361" cy="2148817"/>
          </a:xfrm>
          <a:prstGeom prst="ellipse">
            <a:avLst/>
          </a:prstGeom>
          <a:noFill/>
          <a:ln w="19050"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fr-FR" sz="1800" b="0" i="0" u="none" strike="noStrike" cap="none" normalizeH="0" baseline="0" smtClean="0">
              <a:ln>
                <a:noFill/>
              </a:ln>
              <a:solidFill>
                <a:schemeClr val="bg1"/>
              </a:solidFill>
              <a:effectLst/>
              <a:latin typeface="Calibri" pitchFamily="34" charset="0"/>
            </a:endParaRPr>
          </a:p>
        </p:txBody>
      </p:sp>
    </p:spTree>
    <p:extLst>
      <p:ext uri="{BB962C8B-B14F-4D97-AF65-F5344CB8AC3E}">
        <p14:creationId xmlns:p14="http://schemas.microsoft.com/office/powerpoint/2010/main" val="352908860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14</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LE JEU DE DONNEES SOUS FORME </a:t>
            </a:r>
            <a:r>
              <a:rPr lang="en-US" altLang="fr-FR" sz="2800" dirty="0" smtClean="0">
                <a:solidFill>
                  <a:srgbClr val="001A70"/>
                </a:solidFill>
                <a:cs typeface="Arial" panose="020B0604020202020204" pitchFamily="34" charset="0"/>
              </a:rPr>
              <a:t>PYTHON</a:t>
            </a:r>
            <a:endParaRPr lang="en-US" altLang="fr-FR" sz="2800" dirty="0">
              <a:solidFill>
                <a:srgbClr val="001A70"/>
              </a:solidFill>
              <a:cs typeface="Arial" panose="020B0604020202020204" pitchFamily="34" charset="0"/>
            </a:endParaRPr>
          </a:p>
        </p:txBody>
      </p:sp>
      <p:sp>
        <p:nvSpPr>
          <p:cNvPr id="6" name="Rectangle 5"/>
          <p:cNvSpPr/>
          <p:nvPr/>
        </p:nvSpPr>
        <p:spPr>
          <a:xfrm>
            <a:off x="255095" y="774704"/>
            <a:ext cx="8332355" cy="400110"/>
          </a:xfrm>
          <a:prstGeom prst="rect">
            <a:avLst/>
          </a:prstGeom>
          <a:noFill/>
        </p:spPr>
        <p:txBody>
          <a:bodyPr wrap="square" lIns="91440" tIns="45720" rIns="91440" bIns="45720" anchor="t">
            <a:spAutoFit/>
          </a:bodyPr>
          <a:lstStyle/>
          <a:p>
            <a:pPr marL="342900" indent="-342900" eaLnBrk="1">
              <a:spcBef>
                <a:spcPts val="300"/>
              </a:spcBef>
              <a:buClr>
                <a:srgbClr val="001A70"/>
              </a:buClr>
              <a:buFont typeface="Wingdings" panose="05000000000000000000" pitchFamily="2" charset="2"/>
              <a:buChar char="§"/>
              <a:defRPr/>
            </a:pPr>
            <a:r>
              <a:rPr lang="fr-FR" altLang="fr-FR" sz="2000">
                <a:solidFill>
                  <a:srgbClr val="002060"/>
                </a:solidFill>
                <a:latin typeface="+mj-lt"/>
                <a:cs typeface="Arial"/>
              </a:rPr>
              <a:t>Exemple de dualité du</a:t>
            </a:r>
            <a:endParaRPr lang="fr-FR" altLang="fr-FR" sz="2000" dirty="0">
              <a:solidFill>
                <a:srgbClr val="002060"/>
              </a:solidFill>
              <a:latin typeface="+mj-lt"/>
            </a:endParaRPr>
          </a:p>
        </p:txBody>
      </p:sp>
      <p:sp>
        <p:nvSpPr>
          <p:cNvPr id="7" name="Rectangle 6"/>
          <p:cNvSpPr/>
          <p:nvPr/>
        </p:nvSpPr>
        <p:spPr>
          <a:xfrm>
            <a:off x="255096" y="4184080"/>
            <a:ext cx="8426450" cy="2192908"/>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Eventuellement  exécuter le python dans un contexte métier:</a:t>
            </a:r>
            <a:endParaRPr lang="fr-FR" altLang="fr-FR" sz="2400"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Nécessite  d’importer certaines classes MDM</a:t>
            </a:r>
          </a:p>
          <a:p>
            <a:pPr marL="457200" lvl="1" indent="0">
              <a:spcBef>
                <a:spcPts val="300"/>
              </a:spcBef>
              <a:buClr>
                <a:srgbClr val="001A70"/>
              </a:buClr>
            </a:pPr>
            <a:endParaRPr lang="fr-FR" dirty="0">
              <a:solidFill>
                <a:srgbClr val="000000"/>
              </a:solidFill>
              <a:latin typeface="Arial"/>
              <a:cs typeface="Arial"/>
            </a:endParaRP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Utiliser des décorateurs sur les fonctions pour :</a:t>
            </a:r>
          </a:p>
          <a:p>
            <a:pPr lvl="1" eaLnBrk="1">
              <a:spcBef>
                <a:spcPts val="300"/>
              </a:spcBef>
              <a:buClr>
                <a:srgbClr val="001A70"/>
              </a:buClr>
              <a:buFont typeface="Wingdings" panose="05000000000000000000" pitchFamily="2" charset="2"/>
              <a:buChar char="Ø"/>
              <a:defRPr/>
            </a:pPr>
            <a:r>
              <a:rPr lang="fr-FR" dirty="0">
                <a:solidFill>
                  <a:srgbClr val="000000"/>
                </a:solidFill>
                <a:latin typeface="Arial"/>
                <a:cs typeface="Arial"/>
              </a:rPr>
              <a:t>Valider les paramètres d’appel de la fonction par exemple  </a:t>
            </a:r>
          </a:p>
          <a:p>
            <a:pPr lvl="1" indent="0">
              <a:spcBef>
                <a:spcPts val="300"/>
              </a:spcBef>
              <a:spcAft>
                <a:spcPct val="25000"/>
              </a:spcAft>
              <a:buClr>
                <a:srgbClr val="001A70"/>
              </a:buClr>
            </a:pPr>
            <a:endParaRPr lang="fr-FR" altLang="fr-FR" sz="2000" dirty="0">
              <a:solidFill>
                <a:srgbClr val="002060"/>
              </a:solidFill>
              <a:latin typeface="Arial"/>
              <a:cs typeface="Arial"/>
            </a:endParaRPr>
          </a:p>
        </p:txBody>
      </p:sp>
      <p:sp>
        <p:nvSpPr>
          <p:cNvPr id="5" name="Textplatzhalter 1"/>
          <p:cNvSpPr txBox="1">
            <a:spLocks/>
          </p:cNvSpPr>
          <p:nvPr/>
        </p:nvSpPr>
        <p:spPr bwMode="auto">
          <a:xfrm>
            <a:off x="436116" y="3574586"/>
            <a:ext cx="4130567" cy="533429"/>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600"/>
              </a:spcBef>
              <a:spcAft>
                <a:spcPts val="600"/>
              </a:spcAft>
            </a:pPr>
            <a:r>
              <a:rPr lang="en-US" sz="1400" dirty="0" err="1">
                <a:solidFill>
                  <a:schemeClr val="tx1"/>
                </a:solidFill>
                <a:latin typeface="+mj-lt"/>
              </a:rPr>
              <a:t>MonMaillage</a:t>
            </a:r>
            <a:r>
              <a:rPr lang="en-US" sz="1400" dirty="0">
                <a:solidFill>
                  <a:schemeClr val="tx1"/>
                </a:solidFill>
                <a:latin typeface="+mj-lt"/>
              </a:rPr>
              <a:t> = </a:t>
            </a:r>
            <a:r>
              <a:rPr lang="en-US" sz="1400" dirty="0" err="1">
                <a:solidFill>
                  <a:schemeClr val="tx1"/>
                </a:solidFill>
                <a:latin typeface="+mj-lt"/>
              </a:rPr>
              <a:t>Maillage</a:t>
            </a:r>
            <a:r>
              <a:rPr lang="en-US" sz="1400" dirty="0">
                <a:solidFill>
                  <a:schemeClr val="tx1"/>
                </a:solidFill>
                <a:latin typeface="+mj-lt"/>
              </a:rPr>
              <a:t>(</a:t>
            </a:r>
            <a:r>
              <a:rPr lang="en-US" sz="1400" dirty="0" err="1">
                <a:solidFill>
                  <a:schemeClr val="tx1"/>
                </a:solidFill>
                <a:latin typeface="+mj-lt"/>
              </a:rPr>
              <a:t>fichier</a:t>
            </a:r>
            <a:r>
              <a:rPr lang="en-US" sz="1400" dirty="0">
                <a:solidFill>
                  <a:schemeClr val="tx1"/>
                </a:solidFill>
                <a:latin typeface="+mj-lt"/>
              </a:rPr>
              <a:t>=‘/</a:t>
            </a:r>
            <a:r>
              <a:rPr lang="en-US" sz="1400" dirty="0" err="1">
                <a:solidFill>
                  <a:schemeClr val="tx1"/>
                </a:solidFill>
                <a:latin typeface="+mj-lt"/>
              </a:rPr>
              <a:t>tmp</a:t>
            </a:r>
            <a:r>
              <a:rPr lang="en-US" sz="1400" dirty="0">
                <a:solidFill>
                  <a:schemeClr val="tx1"/>
                </a:solidFill>
                <a:latin typeface="+mj-lt"/>
              </a:rPr>
              <a:t>/</a:t>
            </a:r>
            <a:r>
              <a:rPr lang="en-US" sz="1400" dirty="0" err="1">
                <a:solidFill>
                  <a:schemeClr val="tx1"/>
                </a:solidFill>
                <a:latin typeface="+mj-lt"/>
              </a:rPr>
              <a:t>myFile.med</a:t>
            </a:r>
            <a:r>
              <a:rPr lang="en-US" sz="1400" dirty="0">
                <a:solidFill>
                  <a:schemeClr val="tx1"/>
                </a:solidFill>
                <a:latin typeface="+mj-lt"/>
              </a:rPr>
              <a:t>’)</a:t>
            </a:r>
          </a:p>
          <a:p>
            <a:pPr>
              <a:spcAft>
                <a:spcPts val="0"/>
              </a:spcAft>
            </a:pPr>
            <a:r>
              <a:rPr lang="en-US" sz="1400" dirty="0">
                <a:solidFill>
                  <a:schemeClr val="tx1"/>
                </a:solidFill>
                <a:latin typeface="+mj-lt"/>
              </a:rPr>
              <a:t> </a:t>
            </a:r>
            <a:r>
              <a:rPr lang="en-US" sz="1400" dirty="0" err="1">
                <a:solidFill>
                  <a:schemeClr val="tx1"/>
                </a:solidFill>
                <a:latin typeface="+mj-lt"/>
              </a:rPr>
              <a:t>MonChamp</a:t>
            </a:r>
            <a:r>
              <a:rPr lang="en-US" sz="1400" dirty="0">
                <a:solidFill>
                  <a:schemeClr val="tx1"/>
                </a:solidFill>
                <a:latin typeface="+mj-lt"/>
              </a:rPr>
              <a:t>  = Champ(</a:t>
            </a:r>
            <a:r>
              <a:rPr lang="en-US" sz="1400" dirty="0" err="1">
                <a:solidFill>
                  <a:schemeClr val="tx1"/>
                </a:solidFill>
                <a:latin typeface="+mj-lt"/>
              </a:rPr>
              <a:t>surLeMaillage</a:t>
            </a:r>
            <a:r>
              <a:rPr lang="en-US" sz="1400" dirty="0">
                <a:solidFill>
                  <a:schemeClr val="tx1"/>
                </a:solidFill>
                <a:latin typeface="+mj-lt"/>
              </a:rPr>
              <a:t>=</a:t>
            </a:r>
            <a:r>
              <a:rPr lang="en-US" sz="1400" dirty="0" err="1">
                <a:solidFill>
                  <a:schemeClr val="tx1"/>
                </a:solidFill>
                <a:latin typeface="+mj-lt"/>
              </a:rPr>
              <a:t>MonMaillage</a:t>
            </a:r>
            <a:r>
              <a:rPr lang="en-US" sz="1400" dirty="0">
                <a:solidFill>
                  <a:schemeClr val="tx1"/>
                </a:solidFill>
                <a:latin typeface="+mj-lt"/>
              </a:rPr>
              <a:t>)</a:t>
            </a:r>
          </a:p>
          <a:p>
            <a:pPr>
              <a:spcAft>
                <a:spcPts val="0"/>
              </a:spcAft>
            </a:pPr>
            <a:endParaRPr lang="en-US" sz="1400" dirty="0">
              <a:solidFill>
                <a:schemeClr val="tx1"/>
              </a:solidFill>
              <a:latin typeface="+mj-lt"/>
            </a:endParaRPr>
          </a:p>
          <a:p>
            <a:pPr>
              <a:spcAft>
                <a:spcPts val="0"/>
              </a:spcAft>
            </a:pPr>
            <a:endParaRPr lang="en-US" sz="1400" dirty="0">
              <a:solidFill>
                <a:schemeClr val="tx1"/>
              </a:solidFill>
              <a:latin typeface="+mj-lt"/>
            </a:endParaRPr>
          </a:p>
        </p:txBody>
      </p:sp>
      <p:sp>
        <p:nvSpPr>
          <p:cNvPr id="10" name="Rectangle 9"/>
          <p:cNvSpPr/>
          <p:nvPr/>
        </p:nvSpPr>
        <p:spPr>
          <a:xfrm>
            <a:off x="352105" y="3205254"/>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Python</a:t>
            </a:r>
          </a:p>
        </p:txBody>
      </p:sp>
      <p:sp>
        <p:nvSpPr>
          <p:cNvPr id="9" name="Textplatzhalter 1"/>
          <p:cNvSpPr txBox="1">
            <a:spLocks/>
          </p:cNvSpPr>
          <p:nvPr/>
        </p:nvSpPr>
        <p:spPr bwMode="auto">
          <a:xfrm>
            <a:off x="352105" y="1568061"/>
            <a:ext cx="8138334" cy="1456200"/>
          </a:xfrm>
          <a:prstGeom prst="rect">
            <a:avLst/>
          </a:prstGeom>
          <a:solidFill>
            <a:srgbClr val="EEFFCC"/>
          </a:solid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l" defTabSz="449263" rtl="0" eaLnBrk="1" fontAlgn="base" hangingPunct="1">
              <a:spcBef>
                <a:spcPct val="0"/>
              </a:spcBef>
              <a:spcAft>
                <a:spcPct val="0"/>
              </a:spcAft>
              <a:buClrTx/>
              <a:buSzPct val="100000"/>
              <a:buFontTx/>
              <a:buNone/>
              <a:defRPr sz="2400" kern="1200">
                <a:solidFill>
                  <a:srgbClr val="7F7F7F"/>
                </a:solidFill>
                <a:latin typeface="Times New Roman" pitchFamily="18"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a:lstStyle>
          <a:p>
            <a:pPr marL="36000">
              <a:spcBef>
                <a:spcPts val="0"/>
              </a:spcBef>
              <a:spcAft>
                <a:spcPts val="0"/>
              </a:spcAft>
            </a:pPr>
            <a:r>
              <a:rPr lang="en-US" sz="1400" dirty="0">
                <a:solidFill>
                  <a:schemeClr val="tx1"/>
                </a:solidFill>
                <a:latin typeface="+mj-lt"/>
              </a:rPr>
              <a:t>&lt;ns1:Maillage </a:t>
            </a:r>
            <a:r>
              <a:rPr lang="en-US" sz="1400" dirty="0" err="1">
                <a:solidFill>
                  <a:schemeClr val="tx1"/>
                </a:solidFill>
                <a:latin typeface="+mj-lt"/>
              </a:rPr>
              <a:t>accasType</a:t>
            </a:r>
            <a:r>
              <a:rPr lang="en-US" sz="1400" dirty="0">
                <a:solidFill>
                  <a:schemeClr val="tx1"/>
                </a:solidFill>
                <a:latin typeface="+mj-lt"/>
              </a:rPr>
              <a:t>="ASSD" </a:t>
            </a:r>
            <a:r>
              <a:rPr lang="en-US" sz="1400" dirty="0" err="1">
                <a:solidFill>
                  <a:schemeClr val="tx1"/>
                </a:solidFill>
                <a:latin typeface="+mj-lt"/>
              </a:rPr>
              <a:t>typeUtilisateur</a:t>
            </a:r>
            <a:r>
              <a:rPr lang="en-US" sz="1400" dirty="0">
                <a:solidFill>
                  <a:schemeClr val="tx1"/>
                </a:solidFill>
                <a:latin typeface="+mj-lt"/>
              </a:rPr>
              <a:t>=“</a:t>
            </a:r>
            <a:r>
              <a:rPr lang="en-US" sz="1400" dirty="0" err="1">
                <a:solidFill>
                  <a:schemeClr val="tx1"/>
                </a:solidFill>
                <a:latin typeface="+mj-lt"/>
              </a:rPr>
              <a:t>maillage</a:t>
            </a:r>
            <a:r>
              <a:rPr lang="en-US" sz="1400" dirty="0">
                <a:solidFill>
                  <a:schemeClr val="tx1"/>
                </a:solidFill>
                <a:latin typeface="+mj-lt"/>
              </a:rPr>
              <a:t>" name="</a:t>
            </a:r>
            <a:r>
              <a:rPr lang="en-US" sz="1400" dirty="0" err="1">
                <a:solidFill>
                  <a:schemeClr val="tx1"/>
                </a:solidFill>
                <a:latin typeface="+mj-lt"/>
              </a:rPr>
              <a:t>MonMaillage</a:t>
            </a:r>
            <a:r>
              <a:rPr lang="en-US" sz="1400" dirty="0">
                <a:solidFill>
                  <a:schemeClr val="tx1"/>
                </a:solidFill>
                <a:latin typeface="+mj-lt"/>
              </a:rPr>
              <a:t>“ &gt;</a:t>
            </a:r>
          </a:p>
          <a:p>
            <a:pPr marL="36000">
              <a:spcBef>
                <a:spcPts val="0"/>
              </a:spcBef>
              <a:spcAft>
                <a:spcPts val="0"/>
              </a:spcAft>
            </a:pPr>
            <a:r>
              <a:rPr lang="en-US" sz="1400" dirty="0">
                <a:solidFill>
                  <a:schemeClr val="tx1"/>
                </a:solidFill>
                <a:latin typeface="+mj-lt"/>
              </a:rPr>
              <a:t>     &lt; ns1:fichier&gt;/</a:t>
            </a:r>
            <a:r>
              <a:rPr lang="en-US" sz="1400" dirty="0" err="1">
                <a:solidFill>
                  <a:schemeClr val="tx1"/>
                </a:solidFill>
                <a:latin typeface="+mj-lt"/>
              </a:rPr>
              <a:t>tmp</a:t>
            </a:r>
            <a:r>
              <a:rPr lang="en-US" sz="1400" dirty="0">
                <a:solidFill>
                  <a:schemeClr val="tx1"/>
                </a:solidFill>
                <a:latin typeface="+mj-lt"/>
              </a:rPr>
              <a:t>/</a:t>
            </a:r>
            <a:r>
              <a:rPr lang="en-US" sz="1400" dirty="0" err="1">
                <a:solidFill>
                  <a:schemeClr val="tx1"/>
                </a:solidFill>
                <a:latin typeface="+mj-lt"/>
              </a:rPr>
              <a:t>myFile.med</a:t>
            </a:r>
            <a:r>
              <a:rPr lang="en-US" sz="1400" dirty="0">
                <a:solidFill>
                  <a:schemeClr val="tx1"/>
                </a:solidFill>
                <a:latin typeface="+mj-lt"/>
              </a:rPr>
              <a:t>&lt; /ns1:fichier&gt;</a:t>
            </a:r>
          </a:p>
          <a:p>
            <a:pPr marL="36000">
              <a:spcBef>
                <a:spcPts val="0"/>
              </a:spcBef>
              <a:spcAft>
                <a:spcPts val="0"/>
              </a:spcAft>
            </a:pPr>
            <a:r>
              <a:rPr lang="en-US" sz="1400" dirty="0">
                <a:solidFill>
                  <a:schemeClr val="tx1"/>
                </a:solidFill>
                <a:latin typeface="+mj-lt"/>
              </a:rPr>
              <a:t>&lt;/ns1:Maillage&gt;</a:t>
            </a:r>
          </a:p>
          <a:p>
            <a:pPr marL="36000">
              <a:spcBef>
                <a:spcPts val="0"/>
              </a:spcBef>
              <a:spcAft>
                <a:spcPts val="0"/>
              </a:spcAft>
            </a:pPr>
            <a:r>
              <a:rPr lang="en-US" sz="1400" dirty="0">
                <a:solidFill>
                  <a:schemeClr val="tx1"/>
                </a:solidFill>
                <a:latin typeface="+mj-lt"/>
              </a:rPr>
              <a:t>&lt;ns1:Champ </a:t>
            </a:r>
            <a:r>
              <a:rPr lang="en-US" sz="1400" dirty="0" err="1">
                <a:solidFill>
                  <a:schemeClr val="tx1"/>
                </a:solidFill>
                <a:latin typeface="+mj-lt"/>
              </a:rPr>
              <a:t>accasType</a:t>
            </a:r>
            <a:r>
              <a:rPr lang="en-US" sz="1400" dirty="0">
                <a:solidFill>
                  <a:schemeClr val="tx1"/>
                </a:solidFill>
                <a:latin typeface="+mj-lt"/>
              </a:rPr>
              <a:t>="ASSD" </a:t>
            </a:r>
            <a:r>
              <a:rPr lang="en-US" sz="1400" dirty="0" err="1">
                <a:solidFill>
                  <a:schemeClr val="tx1"/>
                </a:solidFill>
                <a:latin typeface="+mj-lt"/>
              </a:rPr>
              <a:t>typeUtilisateur</a:t>
            </a:r>
            <a:r>
              <a:rPr lang="en-US" sz="1400" dirty="0">
                <a:solidFill>
                  <a:schemeClr val="tx1"/>
                </a:solidFill>
                <a:latin typeface="+mj-lt"/>
              </a:rPr>
              <a:t>=“champ" name=“</a:t>
            </a:r>
            <a:r>
              <a:rPr lang="en-US" sz="1400" dirty="0" err="1">
                <a:solidFill>
                  <a:schemeClr val="tx1"/>
                </a:solidFill>
                <a:latin typeface="+mj-lt"/>
              </a:rPr>
              <a:t>MonChamp</a:t>
            </a:r>
            <a:r>
              <a:rPr lang="en-US" sz="1400" dirty="0">
                <a:solidFill>
                  <a:schemeClr val="tx1"/>
                </a:solidFill>
                <a:latin typeface="+mj-lt"/>
              </a:rPr>
              <a:t>"&gt;</a:t>
            </a:r>
          </a:p>
          <a:p>
            <a:pPr marL="36000">
              <a:spcBef>
                <a:spcPts val="0"/>
              </a:spcBef>
              <a:spcAft>
                <a:spcPts val="0"/>
              </a:spcAft>
            </a:pPr>
            <a:r>
              <a:rPr lang="en-US" sz="1400" dirty="0">
                <a:solidFill>
                  <a:schemeClr val="tx1"/>
                </a:solidFill>
                <a:latin typeface="+mj-lt"/>
              </a:rPr>
              <a:t>     &lt;ns1:surLeMaillage&gt;</a:t>
            </a:r>
            <a:r>
              <a:rPr lang="en-US" sz="1400" dirty="0" err="1">
                <a:solidFill>
                  <a:schemeClr val="tx1"/>
                </a:solidFill>
                <a:latin typeface="+mj-lt"/>
              </a:rPr>
              <a:t>MonMaillage</a:t>
            </a:r>
            <a:r>
              <a:rPr lang="en-US" sz="1400" dirty="0">
                <a:solidFill>
                  <a:schemeClr val="tx1"/>
                </a:solidFill>
                <a:latin typeface="+mj-lt"/>
              </a:rPr>
              <a:t>&lt;/ns1:surLeMaillage&gt;</a:t>
            </a:r>
          </a:p>
          <a:p>
            <a:pPr marL="36000">
              <a:spcBef>
                <a:spcPts val="0"/>
              </a:spcBef>
              <a:spcAft>
                <a:spcPts val="0"/>
              </a:spcAft>
            </a:pPr>
            <a:r>
              <a:rPr lang="en-US" sz="1400" dirty="0">
                <a:solidFill>
                  <a:schemeClr val="tx1"/>
                </a:solidFill>
                <a:latin typeface="+mj-lt"/>
              </a:rPr>
              <a:t>&lt;/ns1:Champ&gt;</a:t>
            </a:r>
          </a:p>
        </p:txBody>
      </p:sp>
      <p:sp>
        <p:nvSpPr>
          <p:cNvPr id="12" name="Rectangle 11"/>
          <p:cNvSpPr/>
          <p:nvPr/>
        </p:nvSpPr>
        <p:spPr>
          <a:xfrm>
            <a:off x="432091" y="1154761"/>
            <a:ext cx="1062555" cy="369332"/>
          </a:xfrm>
          <a:prstGeom prst="rect">
            <a:avLst/>
          </a:prstGeom>
          <a:noFill/>
        </p:spPr>
        <p:txBody>
          <a:bodyPr wrap="square">
            <a:spAutoFit/>
          </a:bodyPr>
          <a:lstStyle/>
          <a:p>
            <a:pPr eaLnBrk="1">
              <a:spcBef>
                <a:spcPts val="300"/>
              </a:spcBef>
              <a:buClr>
                <a:srgbClr val="001A70"/>
              </a:buClr>
              <a:defRPr/>
            </a:pPr>
            <a:r>
              <a:rPr lang="fr-FR" altLang="fr-FR" dirty="0">
                <a:solidFill>
                  <a:srgbClr val="000000"/>
                </a:solidFill>
                <a:latin typeface="Arial"/>
                <a:cs typeface="Arial"/>
              </a:rPr>
              <a:t>XML</a:t>
            </a:r>
          </a:p>
        </p:txBody>
      </p:sp>
    </p:spTree>
    <p:extLst>
      <p:ext uri="{BB962C8B-B14F-4D97-AF65-F5344CB8AC3E}">
        <p14:creationId xmlns:p14="http://schemas.microsoft.com/office/powerpoint/2010/main" val="212086113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425450" y="721712"/>
            <a:ext cx="8820472" cy="560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indent="-285750" eaLnBrk="1">
              <a:spcBef>
                <a:spcPts val="300"/>
              </a:spcBef>
              <a:buClr>
                <a:srgbClr val="001A70"/>
              </a:buClr>
            </a:pPr>
            <a:endParaRPr lang="fr-FR" altLang="fr-FR">
              <a:solidFill>
                <a:srgbClr val="000000"/>
              </a:solidFill>
              <a:cs typeface="Arial" panose="020B0604020202020204" pitchFamily="34" charset="0"/>
            </a:endParaRPr>
          </a:p>
          <a:p>
            <a:pPr eaLnBrk="1">
              <a:spcBef>
                <a:spcPts val="300"/>
              </a:spcBef>
              <a:buClr>
                <a:srgbClr val="001A70"/>
              </a:buClr>
              <a:buFont typeface="Wingdings" panose="05000000000000000000" pitchFamily="2" charset="2"/>
              <a:buChar char=""/>
              <a:defRPr/>
            </a:pPr>
            <a:r>
              <a:rPr lang="fr-FR" altLang="fr-FR">
                <a:solidFill>
                  <a:srgbClr val="000000"/>
                </a:solidFill>
                <a:cs typeface="Arial" panose="020B0604020202020204" pitchFamily="34" charset="0"/>
              </a:rPr>
              <a:t> </a:t>
            </a:r>
            <a:r>
              <a:rPr lang="fr-FR" altLang="fr-FR" sz="2000">
                <a:solidFill>
                  <a:srgbClr val="002060"/>
                </a:solidFill>
                <a:cs typeface="Arial" panose="020B0604020202020204" pitchFamily="34" charset="0"/>
              </a:rPr>
              <a:t>Dans un workflow Salomé pour le projet VIMMP</a:t>
            </a:r>
          </a:p>
        </p:txBody>
      </p:sp>
      <p:sp>
        <p:nvSpPr>
          <p:cNvPr id="8196"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A9BD7D42-A2ED-4565-BD42-F078AED35E70}" type="slidenum">
              <a:rPr lang="fr-FR" altLang="fr-FR" sz="900">
                <a:latin typeface="Times New Roman" panose="02020603050405020304" pitchFamily="18" charset="0"/>
                <a:cs typeface="Arial" panose="020B0604020202020204" pitchFamily="34" charset="0"/>
              </a:rPr>
              <a:pPr algn="r" eaLnBrk="1" hangingPunct="1">
                <a:buClrTx/>
                <a:buFontTx/>
                <a:buNone/>
              </a:pPr>
              <a:t>15</a:t>
            </a:fld>
            <a:endParaRPr lang="fr-FR" altLang="fr-FR" sz="900">
              <a:latin typeface="Times New Roman" panose="02020603050405020304" pitchFamily="18" charset="0"/>
              <a:cs typeface="Arial" panose="020B0604020202020204" pitchFamily="34" charset="0"/>
            </a:endParaRPr>
          </a:p>
        </p:txBody>
      </p:sp>
      <p:grpSp>
        <p:nvGrpSpPr>
          <p:cNvPr id="5" name="Groupe 4"/>
          <p:cNvGrpSpPr/>
          <p:nvPr/>
        </p:nvGrpSpPr>
        <p:grpSpPr>
          <a:xfrm>
            <a:off x="824033" y="1509889"/>
            <a:ext cx="7862767" cy="1712767"/>
            <a:chOff x="467544" y="1789493"/>
            <a:chExt cx="8294815" cy="1712767"/>
          </a:xfrm>
        </p:grpSpPr>
        <p:grpSp>
          <p:nvGrpSpPr>
            <p:cNvPr id="6" name="Groupe 5"/>
            <p:cNvGrpSpPr/>
            <p:nvPr/>
          </p:nvGrpSpPr>
          <p:grpSpPr>
            <a:xfrm>
              <a:off x="467544" y="2271654"/>
              <a:ext cx="864096" cy="936104"/>
              <a:chOff x="683568" y="2492896"/>
              <a:chExt cx="864096" cy="936104"/>
            </a:xfrm>
          </p:grpSpPr>
          <p:sp>
            <p:nvSpPr>
              <p:cNvPr id="42" name="Rectangle à coins arrondis 41"/>
              <p:cNvSpPr/>
              <p:nvPr/>
            </p:nvSpPr>
            <p:spPr bwMode="auto">
              <a:xfrm>
                <a:off x="683568" y="2492896"/>
                <a:ext cx="864096"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3" name="ZoneTexte 42"/>
              <p:cNvSpPr txBox="1"/>
              <p:nvPr/>
            </p:nvSpPr>
            <p:spPr>
              <a:xfrm>
                <a:off x="791580" y="2699338"/>
                <a:ext cx="648072" cy="523220"/>
              </a:xfrm>
              <a:prstGeom prst="rect">
                <a:avLst/>
              </a:prstGeom>
              <a:noFill/>
            </p:spPr>
            <p:txBody>
              <a:bodyPr wrap="square" rtlCol="0">
                <a:spAutoFit/>
              </a:bodyPr>
              <a:lstStyle/>
              <a:p>
                <a:pPr algn="ctr"/>
                <a:r>
                  <a:rPr lang="en-US" sz="1400">
                    <a:latin typeface="+mn-lt"/>
                  </a:rPr>
                  <a:t>Input data</a:t>
                </a:r>
              </a:p>
            </p:txBody>
          </p:sp>
        </p:grpSp>
        <p:cxnSp>
          <p:nvCxnSpPr>
            <p:cNvPr id="7" name="Connecteur droit avec flèche 6"/>
            <p:cNvCxnSpPr/>
            <p:nvPr/>
          </p:nvCxnSpPr>
          <p:spPr bwMode="auto">
            <a:xfrm flipV="1">
              <a:off x="1331640" y="2559686"/>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 name="Groupe 7"/>
            <p:cNvGrpSpPr/>
            <p:nvPr/>
          </p:nvGrpSpPr>
          <p:grpSpPr>
            <a:xfrm>
              <a:off x="1723048" y="2271654"/>
              <a:ext cx="1656184" cy="1010816"/>
              <a:chOff x="2411760" y="2492896"/>
              <a:chExt cx="1656184" cy="1010816"/>
            </a:xfrm>
          </p:grpSpPr>
          <p:sp>
            <p:nvSpPr>
              <p:cNvPr id="37" name="Rectangle à coins arrondis 36"/>
              <p:cNvSpPr/>
              <p:nvPr/>
            </p:nvSpPr>
            <p:spPr bwMode="auto">
              <a:xfrm>
                <a:off x="2411760" y="2492896"/>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8" name="Rectangle 37"/>
              <p:cNvSpPr/>
              <p:nvPr/>
            </p:nvSpPr>
            <p:spPr bwMode="auto">
              <a:xfrm>
                <a:off x="2833328" y="2492896"/>
                <a:ext cx="824284" cy="936104"/>
              </a:xfrm>
              <a:prstGeom prst="rect">
                <a:avLst/>
              </a:prstGeom>
              <a:solidFill>
                <a:srgbClr val="4F81BD"/>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9" name="ZoneTexte 38"/>
              <p:cNvSpPr txBox="1"/>
              <p:nvPr/>
            </p:nvSpPr>
            <p:spPr>
              <a:xfrm>
                <a:off x="2483768" y="2513697"/>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40" name="ZoneTexte 39"/>
              <p:cNvSpPr txBox="1"/>
              <p:nvPr/>
            </p:nvSpPr>
            <p:spPr>
              <a:xfrm>
                <a:off x="3707904" y="251321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41" name="ZoneTexte 40"/>
              <p:cNvSpPr txBox="1"/>
              <p:nvPr/>
            </p:nvSpPr>
            <p:spPr>
              <a:xfrm>
                <a:off x="2915816" y="2699338"/>
                <a:ext cx="648072" cy="523220"/>
              </a:xfrm>
              <a:prstGeom prst="rect">
                <a:avLst/>
              </a:prstGeom>
              <a:noFill/>
            </p:spPr>
            <p:txBody>
              <a:bodyPr wrap="square" rtlCol="0">
                <a:spAutoFit/>
              </a:bodyPr>
              <a:lstStyle/>
              <a:p>
                <a:pPr algn="ctr"/>
                <a:r>
                  <a:rPr lang="en-US" sz="1400">
                    <a:solidFill>
                      <a:schemeClr val="bg1"/>
                    </a:solidFill>
                    <a:latin typeface="+mn-lt"/>
                  </a:rPr>
                  <a:t>DPD code</a:t>
                </a:r>
              </a:p>
            </p:txBody>
          </p:sp>
        </p:grpSp>
        <p:grpSp>
          <p:nvGrpSpPr>
            <p:cNvPr id="9" name="Groupe 8"/>
            <p:cNvGrpSpPr/>
            <p:nvPr/>
          </p:nvGrpSpPr>
          <p:grpSpPr>
            <a:xfrm>
              <a:off x="7898263" y="2267015"/>
              <a:ext cx="864096" cy="936104"/>
              <a:chOff x="1835696" y="4126153"/>
              <a:chExt cx="864096" cy="936104"/>
            </a:xfrm>
          </p:grpSpPr>
          <p:sp>
            <p:nvSpPr>
              <p:cNvPr id="35" name="Rectangle à coins arrondis 34"/>
              <p:cNvSpPr/>
              <p:nvPr/>
            </p:nvSpPr>
            <p:spPr bwMode="auto">
              <a:xfrm>
                <a:off x="1835696" y="4126153"/>
                <a:ext cx="864096"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6" name="ZoneTexte 35"/>
              <p:cNvSpPr txBox="1"/>
              <p:nvPr/>
            </p:nvSpPr>
            <p:spPr>
              <a:xfrm>
                <a:off x="1835696" y="4332595"/>
                <a:ext cx="864096" cy="523220"/>
              </a:xfrm>
              <a:prstGeom prst="rect">
                <a:avLst/>
              </a:prstGeom>
              <a:noFill/>
            </p:spPr>
            <p:txBody>
              <a:bodyPr wrap="square" rtlCol="0">
                <a:spAutoFit/>
              </a:bodyPr>
              <a:lstStyle/>
              <a:p>
                <a:pPr algn="ctr"/>
                <a:r>
                  <a:rPr lang="en-US" sz="1400">
                    <a:latin typeface="+mn-lt"/>
                  </a:rPr>
                  <a:t>Output data</a:t>
                </a:r>
              </a:p>
            </p:txBody>
          </p:sp>
        </p:grpSp>
        <p:grpSp>
          <p:nvGrpSpPr>
            <p:cNvPr id="10" name="Groupe 9"/>
            <p:cNvGrpSpPr/>
            <p:nvPr/>
          </p:nvGrpSpPr>
          <p:grpSpPr>
            <a:xfrm>
              <a:off x="5820511" y="2271173"/>
              <a:ext cx="1656184" cy="1010816"/>
              <a:chOff x="6660232" y="2492895"/>
              <a:chExt cx="1656184" cy="1010816"/>
            </a:xfrm>
          </p:grpSpPr>
          <p:sp>
            <p:nvSpPr>
              <p:cNvPr id="30" name="Rectangle à coins arrondis 29"/>
              <p:cNvSpPr/>
              <p:nvPr/>
            </p:nvSpPr>
            <p:spPr bwMode="auto">
              <a:xfrm>
                <a:off x="6660232" y="2492895"/>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1" name="Rectangle 30"/>
              <p:cNvSpPr/>
              <p:nvPr/>
            </p:nvSpPr>
            <p:spPr bwMode="auto">
              <a:xfrm>
                <a:off x="7081800" y="2492895"/>
                <a:ext cx="824284" cy="936104"/>
              </a:xfrm>
              <a:prstGeom prst="rect">
                <a:avLst/>
              </a:prstGeom>
              <a:solidFill>
                <a:srgbClr val="4F81BD"/>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32" name="ZoneTexte 31"/>
              <p:cNvSpPr txBox="1"/>
              <p:nvPr/>
            </p:nvSpPr>
            <p:spPr>
              <a:xfrm>
                <a:off x="6732240" y="251369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33" name="ZoneTexte 32"/>
              <p:cNvSpPr txBox="1"/>
              <p:nvPr/>
            </p:nvSpPr>
            <p:spPr>
              <a:xfrm>
                <a:off x="7956376" y="2513215"/>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34" name="ZoneTexte 33"/>
              <p:cNvSpPr txBox="1"/>
              <p:nvPr/>
            </p:nvSpPr>
            <p:spPr>
              <a:xfrm>
                <a:off x="7164288" y="2699337"/>
                <a:ext cx="648072" cy="523220"/>
              </a:xfrm>
              <a:prstGeom prst="rect">
                <a:avLst/>
              </a:prstGeom>
              <a:noFill/>
            </p:spPr>
            <p:txBody>
              <a:bodyPr wrap="square" rtlCol="0">
                <a:spAutoFit/>
              </a:bodyPr>
              <a:lstStyle/>
              <a:p>
                <a:pPr algn="ctr"/>
                <a:r>
                  <a:rPr lang="en-US" sz="1400">
                    <a:solidFill>
                      <a:schemeClr val="bg1"/>
                    </a:solidFill>
                    <a:latin typeface="+mn-lt"/>
                  </a:rPr>
                  <a:t>CFD code</a:t>
                </a:r>
              </a:p>
            </p:txBody>
          </p:sp>
        </p:grpSp>
        <p:cxnSp>
          <p:nvCxnSpPr>
            <p:cNvPr id="11" name="Connecteur droit avec flèche 10"/>
            <p:cNvCxnSpPr/>
            <p:nvPr/>
          </p:nvCxnSpPr>
          <p:spPr bwMode="auto">
            <a:xfrm flipV="1">
              <a:off x="3383868" y="2735069"/>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avec flèche 11"/>
            <p:cNvCxnSpPr/>
            <p:nvPr/>
          </p:nvCxnSpPr>
          <p:spPr bwMode="auto">
            <a:xfrm flipV="1">
              <a:off x="4859304" y="2556773"/>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avec flèche 12"/>
            <p:cNvCxnSpPr/>
            <p:nvPr/>
          </p:nvCxnSpPr>
          <p:spPr bwMode="auto">
            <a:xfrm flipV="1">
              <a:off x="7492171" y="2735067"/>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p:cNvCxnSpPr/>
            <p:nvPr/>
          </p:nvCxnSpPr>
          <p:spPr bwMode="auto">
            <a:xfrm>
              <a:off x="1331640" y="2996677"/>
              <a:ext cx="20586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p:cNvCxnSpPr/>
            <p:nvPr/>
          </p:nvCxnSpPr>
          <p:spPr bwMode="auto">
            <a:xfrm>
              <a:off x="1537504" y="2996677"/>
              <a:ext cx="0" cy="4991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p:cNvCxnSpPr/>
            <p:nvPr/>
          </p:nvCxnSpPr>
          <p:spPr bwMode="auto">
            <a:xfrm flipV="1">
              <a:off x="1537504" y="3490847"/>
              <a:ext cx="4094296" cy="114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p:cNvCxnSpPr/>
            <p:nvPr/>
          </p:nvCxnSpPr>
          <p:spPr bwMode="auto">
            <a:xfrm>
              <a:off x="5631800" y="2991734"/>
              <a:ext cx="0" cy="4991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p:nvPr/>
          </p:nvCxnSpPr>
          <p:spPr bwMode="auto">
            <a:xfrm flipV="1">
              <a:off x="5631879" y="2989318"/>
              <a:ext cx="197872" cy="488"/>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Rectangle 18"/>
            <p:cNvSpPr/>
            <p:nvPr/>
          </p:nvSpPr>
          <p:spPr bwMode="auto">
            <a:xfrm>
              <a:off x="1619672" y="2199646"/>
              <a:ext cx="607432" cy="1081862"/>
            </a:xfrm>
            <a:prstGeom prst="rect">
              <a:avLst/>
            </a:prstGeom>
            <a:noFill/>
            <a:ln w="19050" algn="ctr">
              <a:solidFill>
                <a:srgbClr val="8064A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0" name="Rectangle 19"/>
            <p:cNvSpPr/>
            <p:nvPr/>
          </p:nvSpPr>
          <p:spPr bwMode="auto">
            <a:xfrm>
              <a:off x="5725095" y="2199646"/>
              <a:ext cx="607432" cy="1081862"/>
            </a:xfrm>
            <a:prstGeom prst="rect">
              <a:avLst/>
            </a:prstGeom>
            <a:noFill/>
            <a:ln w="19050" algn="ctr">
              <a:solidFill>
                <a:srgbClr val="8064A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1" name="ZoneTexte 20"/>
            <p:cNvSpPr txBox="1"/>
            <p:nvPr/>
          </p:nvSpPr>
          <p:spPr>
            <a:xfrm>
              <a:off x="1441121" y="1789493"/>
              <a:ext cx="1029449" cy="307777"/>
            </a:xfrm>
            <a:prstGeom prst="rect">
              <a:avLst/>
            </a:prstGeom>
            <a:noFill/>
          </p:spPr>
          <p:txBody>
            <a:bodyPr wrap="none" rtlCol="0">
              <a:spAutoFit/>
            </a:bodyPr>
            <a:lstStyle/>
            <a:p>
              <a:r>
                <a:rPr lang="en-US" sz="1400">
                  <a:solidFill>
                    <a:srgbClr val="7030A0"/>
                  </a:solidFill>
                </a:rPr>
                <a:t>Generated</a:t>
              </a:r>
            </a:p>
          </p:txBody>
        </p:sp>
        <p:sp>
          <p:nvSpPr>
            <p:cNvPr id="22" name="ZoneTexte 21"/>
            <p:cNvSpPr txBox="1"/>
            <p:nvPr/>
          </p:nvSpPr>
          <p:spPr>
            <a:xfrm>
              <a:off x="5538584" y="1799107"/>
              <a:ext cx="1029449" cy="307777"/>
            </a:xfrm>
            <a:prstGeom prst="rect">
              <a:avLst/>
            </a:prstGeom>
            <a:noFill/>
          </p:spPr>
          <p:txBody>
            <a:bodyPr wrap="none" rtlCol="0">
              <a:spAutoFit/>
            </a:bodyPr>
            <a:lstStyle/>
            <a:p>
              <a:r>
                <a:rPr lang="en-US" sz="1400">
                  <a:solidFill>
                    <a:srgbClr val="7030A0"/>
                  </a:solidFill>
                </a:rPr>
                <a:t>Generated</a:t>
              </a:r>
            </a:p>
          </p:txBody>
        </p:sp>
        <p:grpSp>
          <p:nvGrpSpPr>
            <p:cNvPr id="23" name="Groupe 22"/>
            <p:cNvGrpSpPr/>
            <p:nvPr/>
          </p:nvGrpSpPr>
          <p:grpSpPr>
            <a:xfrm>
              <a:off x="3767832" y="2281627"/>
              <a:ext cx="1656184" cy="1010816"/>
              <a:chOff x="2411760" y="2492896"/>
              <a:chExt cx="1656184" cy="1010816"/>
            </a:xfrm>
          </p:grpSpPr>
          <p:sp>
            <p:nvSpPr>
              <p:cNvPr id="25" name="Rectangle à coins arrondis 24"/>
              <p:cNvSpPr/>
              <p:nvPr/>
            </p:nvSpPr>
            <p:spPr bwMode="auto">
              <a:xfrm>
                <a:off x="2411760" y="2492896"/>
                <a:ext cx="1656184" cy="936104"/>
              </a:xfrm>
              <a:prstGeom prst="roundRect">
                <a:avLst/>
              </a:prstGeom>
              <a:solidFill>
                <a:schemeClr val="accent6">
                  <a:lumMod val="20000"/>
                  <a:lumOff val="80000"/>
                </a:schemeClr>
              </a:solidFill>
              <a:ln w="9525" algn="ctr">
                <a:solidFill>
                  <a:schemeClr val="tx2"/>
                </a:solidFill>
                <a:miter lim="800000"/>
                <a:headEnd/>
                <a:tailEnd/>
              </a:ln>
              <a:effectLst>
                <a:outerShdw blurRad="50800" dist="38100" dir="2700000" algn="tl" rotWithShape="0">
                  <a:prstClr val="black">
                    <a:alpha val="40000"/>
                  </a:prstClr>
                </a:outerShdw>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6" name="Rectangle 25"/>
              <p:cNvSpPr/>
              <p:nvPr/>
            </p:nvSpPr>
            <p:spPr bwMode="auto">
              <a:xfrm>
                <a:off x="2833328" y="2492896"/>
                <a:ext cx="824284" cy="936104"/>
              </a:xfrm>
              <a:prstGeom prst="rect">
                <a:avLst/>
              </a:prstGeom>
              <a:solidFill>
                <a:schemeClr val="accent6">
                  <a:lumMod val="50000"/>
                </a:schemeClr>
              </a:solidFill>
              <a:ln w="9525" algn="ctr">
                <a:solidFill>
                  <a:schemeClr val="tx2"/>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27" name="ZoneTexte 26"/>
              <p:cNvSpPr txBox="1"/>
              <p:nvPr/>
            </p:nvSpPr>
            <p:spPr>
              <a:xfrm>
                <a:off x="2483768" y="2513697"/>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28" name="ZoneTexte 27"/>
              <p:cNvSpPr txBox="1"/>
              <p:nvPr/>
            </p:nvSpPr>
            <p:spPr>
              <a:xfrm>
                <a:off x="3707904" y="2513216"/>
                <a:ext cx="321580" cy="990015"/>
              </a:xfrm>
              <a:prstGeom prst="rect">
                <a:avLst/>
              </a:prstGeom>
              <a:noFill/>
            </p:spPr>
            <p:txBody>
              <a:bodyPr wrap="square" rtlCol="0">
                <a:spAutoFit/>
              </a:bodyPr>
              <a:lstStyle/>
              <a:p>
                <a:pPr algn="ctr">
                  <a:lnSpc>
                    <a:spcPts val="1000"/>
                  </a:lnSpc>
                  <a:spcAft>
                    <a:spcPts val="0"/>
                  </a:spcAft>
                </a:pPr>
                <a:r>
                  <a:rPr lang="en-US" sz="1400">
                    <a:latin typeface="+mn-lt"/>
                  </a:rPr>
                  <a:t>WRAPPER</a:t>
                </a:r>
              </a:p>
            </p:txBody>
          </p:sp>
          <p:sp>
            <p:nvSpPr>
              <p:cNvPr id="29" name="ZoneTexte 28"/>
              <p:cNvSpPr txBox="1"/>
              <p:nvPr/>
            </p:nvSpPr>
            <p:spPr>
              <a:xfrm>
                <a:off x="2729314" y="2702713"/>
                <a:ext cx="987294" cy="523220"/>
              </a:xfrm>
              <a:prstGeom prst="rect">
                <a:avLst/>
              </a:prstGeom>
              <a:noFill/>
            </p:spPr>
            <p:txBody>
              <a:bodyPr wrap="square" rtlCol="0">
                <a:spAutoFit/>
              </a:bodyPr>
              <a:lstStyle/>
              <a:p>
                <a:pPr algn="ctr"/>
                <a:r>
                  <a:rPr lang="en-US" sz="1400">
                    <a:solidFill>
                      <a:schemeClr val="bg1"/>
                    </a:solidFill>
                    <a:latin typeface="+mn-lt"/>
                  </a:rPr>
                  <a:t>MAPPER DPD2CFD</a:t>
                </a:r>
              </a:p>
            </p:txBody>
          </p:sp>
        </p:grpSp>
        <p:cxnSp>
          <p:nvCxnSpPr>
            <p:cNvPr id="24" name="Connecteur droit avec flèche 23"/>
            <p:cNvCxnSpPr/>
            <p:nvPr/>
          </p:nvCxnSpPr>
          <p:spPr bwMode="auto">
            <a:xfrm flipV="1">
              <a:off x="5427074" y="2556773"/>
              <a:ext cx="396044" cy="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4" name="Groupe 43"/>
          <p:cNvGrpSpPr/>
          <p:nvPr/>
        </p:nvGrpSpPr>
        <p:grpSpPr>
          <a:xfrm>
            <a:off x="828895" y="3984171"/>
            <a:ext cx="6408712" cy="1944216"/>
            <a:chOff x="683568" y="1124744"/>
            <a:chExt cx="7632848" cy="3312368"/>
          </a:xfrm>
        </p:grpSpPr>
        <p:sp>
          <p:nvSpPr>
            <p:cNvPr id="45" name="Rectangle à coins arrondis 44"/>
            <p:cNvSpPr/>
            <p:nvPr/>
          </p:nvSpPr>
          <p:spPr bwMode="auto">
            <a:xfrm>
              <a:off x="683568" y="1124744"/>
              <a:ext cx="7632848" cy="3312368"/>
            </a:xfrm>
            <a:prstGeom prst="roundRect">
              <a:avLst/>
            </a:prstGeom>
            <a:solidFill>
              <a:schemeClr val="accent6">
                <a:lumMod val="20000"/>
                <a:lumOff val="80000"/>
              </a:schemeClr>
            </a:solidFill>
            <a:ln w="9525" algn="ctr">
              <a:solidFill>
                <a:schemeClr val="accent6">
                  <a:lumMod val="20000"/>
                  <a:lumOff val="80000"/>
                </a:schemeClr>
              </a:solid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6" name="Rectangle à coins arrondis 45"/>
            <p:cNvSpPr/>
            <p:nvPr/>
          </p:nvSpPr>
          <p:spPr bwMode="auto">
            <a:xfrm>
              <a:off x="1187624" y="1372126"/>
              <a:ext cx="6761809" cy="369332"/>
            </a:xfrm>
            <a:prstGeom prst="roundRect">
              <a:avLst/>
            </a:prstGeom>
            <a:solidFill>
              <a:schemeClr val="bg1"/>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7" name="ZoneTexte 46"/>
            <p:cNvSpPr txBox="1"/>
            <p:nvPr/>
          </p:nvSpPr>
          <p:spPr>
            <a:xfrm>
              <a:off x="1121807" y="1287262"/>
              <a:ext cx="6756370" cy="524361"/>
            </a:xfrm>
            <a:prstGeom prst="rect">
              <a:avLst/>
            </a:prstGeom>
            <a:noFill/>
          </p:spPr>
          <p:txBody>
            <a:bodyPr wrap="square" rtlCol="0">
              <a:spAutoFit/>
            </a:bodyPr>
            <a:lstStyle/>
            <a:p>
              <a:pPr algn="ctr"/>
              <a:r>
                <a:rPr lang="en-US" sz="1400">
                  <a:latin typeface="+mn-lt"/>
                </a:rPr>
                <a:t>Common catalogue for all VIMMP physics </a:t>
              </a:r>
            </a:p>
          </p:txBody>
        </p:sp>
        <p:sp>
          <p:nvSpPr>
            <p:cNvPr id="48" name="Rectangle à coins arrondis 47"/>
            <p:cNvSpPr/>
            <p:nvPr/>
          </p:nvSpPr>
          <p:spPr bwMode="auto">
            <a:xfrm>
              <a:off x="4781081" y="1957401"/>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49" name="ZoneTexte 48"/>
            <p:cNvSpPr txBox="1"/>
            <p:nvPr/>
          </p:nvSpPr>
          <p:spPr>
            <a:xfrm>
              <a:off x="4884091" y="1956235"/>
              <a:ext cx="2831989" cy="307777"/>
            </a:xfrm>
            <a:prstGeom prst="rect">
              <a:avLst/>
            </a:prstGeom>
            <a:noFill/>
          </p:spPr>
          <p:txBody>
            <a:bodyPr wrap="square" rtlCol="0">
              <a:spAutoFit/>
            </a:bodyPr>
            <a:lstStyle/>
            <a:p>
              <a:pPr algn="ctr"/>
              <a:r>
                <a:rPr lang="en-US" sz="1400">
                  <a:latin typeface="+mn-lt"/>
                </a:rPr>
                <a:t>Common catalogue for CFD codes </a:t>
              </a:r>
            </a:p>
          </p:txBody>
        </p:sp>
        <p:sp>
          <p:nvSpPr>
            <p:cNvPr id="50" name="Rectangle à coins arrondis 49"/>
            <p:cNvSpPr/>
            <p:nvPr/>
          </p:nvSpPr>
          <p:spPr bwMode="auto">
            <a:xfrm>
              <a:off x="1196608" y="1947942"/>
              <a:ext cx="3168352" cy="864177"/>
            </a:xfrm>
            <a:prstGeom prst="roundRect">
              <a:avLst/>
            </a:prstGeom>
            <a:solidFill>
              <a:schemeClr val="accent6">
                <a:lumMod val="60000"/>
                <a:lumOff val="40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1" name="ZoneTexte 50"/>
            <p:cNvSpPr txBox="1"/>
            <p:nvPr/>
          </p:nvSpPr>
          <p:spPr>
            <a:xfrm>
              <a:off x="1316331" y="1959760"/>
              <a:ext cx="2831989" cy="307777"/>
            </a:xfrm>
            <a:prstGeom prst="rect">
              <a:avLst/>
            </a:prstGeom>
            <a:noFill/>
          </p:spPr>
          <p:txBody>
            <a:bodyPr wrap="square" rtlCol="0">
              <a:spAutoFit/>
            </a:bodyPr>
            <a:lstStyle/>
            <a:p>
              <a:pPr algn="ctr"/>
              <a:r>
                <a:rPr lang="en-US" sz="1400">
                  <a:latin typeface="+mn-lt"/>
                </a:rPr>
                <a:t>Common catalogue for DPD codes </a:t>
              </a:r>
            </a:p>
          </p:txBody>
        </p:sp>
        <p:sp>
          <p:nvSpPr>
            <p:cNvPr id="52" name="Rectangle à coins arrondis 51"/>
            <p:cNvSpPr/>
            <p:nvPr/>
          </p:nvSpPr>
          <p:spPr bwMode="auto">
            <a:xfrm>
              <a:off x="1484653"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3" name="ZoneTexte 52"/>
            <p:cNvSpPr txBox="1"/>
            <p:nvPr/>
          </p:nvSpPr>
          <p:spPr>
            <a:xfrm rot="16200000">
              <a:off x="1456670" y="3697167"/>
              <a:ext cx="704039" cy="307778"/>
            </a:xfrm>
            <a:prstGeom prst="rect">
              <a:avLst/>
            </a:prstGeom>
            <a:noFill/>
          </p:spPr>
          <p:txBody>
            <a:bodyPr wrap="none" rtlCol="0">
              <a:spAutoFit/>
            </a:bodyPr>
            <a:lstStyle/>
            <a:p>
              <a:r>
                <a:rPr lang="en-US" sz="1400">
                  <a:solidFill>
                    <a:schemeClr val="bg1"/>
                  </a:solidFill>
                  <a:latin typeface="+mn-lt"/>
                </a:rPr>
                <a:t>Code A</a:t>
              </a:r>
            </a:p>
          </p:txBody>
        </p:sp>
        <p:sp>
          <p:nvSpPr>
            <p:cNvPr id="54" name="Rectangle à coins arrondis 53"/>
            <p:cNvSpPr/>
            <p:nvPr/>
          </p:nvSpPr>
          <p:spPr bwMode="auto">
            <a:xfrm>
              <a:off x="2448077" y="310704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5" name="ZoneTexte 54"/>
            <p:cNvSpPr txBox="1"/>
            <p:nvPr/>
          </p:nvSpPr>
          <p:spPr>
            <a:xfrm rot="16200000">
              <a:off x="2400055" y="3701713"/>
              <a:ext cx="744115" cy="307778"/>
            </a:xfrm>
            <a:prstGeom prst="rect">
              <a:avLst/>
            </a:prstGeom>
            <a:noFill/>
          </p:spPr>
          <p:txBody>
            <a:bodyPr wrap="none" rtlCol="0">
              <a:spAutoFit/>
            </a:bodyPr>
            <a:lstStyle/>
            <a:p>
              <a:r>
                <a:rPr lang="en-US" sz="1400">
                  <a:solidFill>
                    <a:schemeClr val="bg1"/>
                  </a:solidFill>
                  <a:latin typeface="+mn-lt"/>
                </a:rPr>
                <a:t>Code A’</a:t>
              </a:r>
            </a:p>
          </p:txBody>
        </p:sp>
        <p:sp>
          <p:nvSpPr>
            <p:cNvPr id="56" name="Rectangle à coins arrondis 55"/>
            <p:cNvSpPr/>
            <p:nvPr/>
          </p:nvSpPr>
          <p:spPr bwMode="auto">
            <a:xfrm>
              <a:off x="3419872" y="310250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7" name="ZoneTexte 56"/>
            <p:cNvSpPr txBox="1"/>
            <p:nvPr/>
          </p:nvSpPr>
          <p:spPr>
            <a:xfrm rot="16200000">
              <a:off x="3352840" y="3697167"/>
              <a:ext cx="782136" cy="307778"/>
            </a:xfrm>
            <a:prstGeom prst="rect">
              <a:avLst/>
            </a:prstGeom>
            <a:noFill/>
          </p:spPr>
          <p:txBody>
            <a:bodyPr wrap="none" rtlCol="0">
              <a:spAutoFit/>
            </a:bodyPr>
            <a:lstStyle/>
            <a:p>
              <a:r>
                <a:rPr lang="en-US" sz="1400">
                  <a:solidFill>
                    <a:schemeClr val="bg1"/>
                  </a:solidFill>
                  <a:latin typeface="+mn-lt"/>
                </a:rPr>
                <a:t>Code A’’</a:t>
              </a:r>
            </a:p>
          </p:txBody>
        </p:sp>
        <p:sp>
          <p:nvSpPr>
            <p:cNvPr id="58" name="Rectangle à coins arrondis 57"/>
            <p:cNvSpPr/>
            <p:nvPr/>
          </p:nvSpPr>
          <p:spPr bwMode="auto">
            <a:xfrm>
              <a:off x="5085053"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59" name="ZoneTexte 58"/>
            <p:cNvSpPr txBox="1"/>
            <p:nvPr/>
          </p:nvSpPr>
          <p:spPr>
            <a:xfrm rot="16200000">
              <a:off x="5060275" y="3700607"/>
              <a:ext cx="697627" cy="307778"/>
            </a:xfrm>
            <a:prstGeom prst="rect">
              <a:avLst/>
            </a:prstGeom>
            <a:noFill/>
          </p:spPr>
          <p:txBody>
            <a:bodyPr wrap="none" rtlCol="0">
              <a:spAutoFit/>
            </a:bodyPr>
            <a:lstStyle/>
            <a:p>
              <a:r>
                <a:rPr lang="en-US" sz="1400">
                  <a:solidFill>
                    <a:schemeClr val="bg1"/>
                  </a:solidFill>
                  <a:latin typeface="+mn-lt"/>
                </a:rPr>
                <a:t>Code B</a:t>
              </a:r>
            </a:p>
          </p:txBody>
        </p:sp>
        <p:sp>
          <p:nvSpPr>
            <p:cNvPr id="60" name="Rectangle à coins arrondis 59"/>
            <p:cNvSpPr/>
            <p:nvPr/>
          </p:nvSpPr>
          <p:spPr bwMode="auto">
            <a:xfrm>
              <a:off x="6048477" y="3110488"/>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1" name="ZoneTexte 60"/>
            <p:cNvSpPr txBox="1"/>
            <p:nvPr/>
          </p:nvSpPr>
          <p:spPr>
            <a:xfrm rot="16200000">
              <a:off x="6001258" y="3705154"/>
              <a:ext cx="742512" cy="307778"/>
            </a:xfrm>
            <a:prstGeom prst="rect">
              <a:avLst/>
            </a:prstGeom>
            <a:noFill/>
          </p:spPr>
          <p:txBody>
            <a:bodyPr wrap="none" rtlCol="0">
              <a:spAutoFit/>
            </a:bodyPr>
            <a:lstStyle/>
            <a:p>
              <a:r>
                <a:rPr lang="en-US" sz="1400">
                  <a:solidFill>
                    <a:schemeClr val="bg1"/>
                  </a:solidFill>
                  <a:latin typeface="+mn-lt"/>
                </a:rPr>
                <a:t>Code B’</a:t>
              </a:r>
            </a:p>
          </p:txBody>
        </p:sp>
        <p:sp>
          <p:nvSpPr>
            <p:cNvPr id="62" name="Rectangle à coins arrondis 61"/>
            <p:cNvSpPr/>
            <p:nvPr/>
          </p:nvSpPr>
          <p:spPr bwMode="auto">
            <a:xfrm>
              <a:off x="7020272" y="3105942"/>
              <a:ext cx="648072" cy="1008112"/>
            </a:xfrm>
            <a:prstGeom prst="roundRect">
              <a:avLst/>
            </a:prstGeom>
            <a:solidFill>
              <a:schemeClr val="accent6">
                <a:lumMod val="75000"/>
              </a:schemeClr>
            </a:solidFill>
            <a:ln w="9525" algn="ctr">
              <a:noFill/>
              <a:miter lim="800000"/>
              <a:headEnd/>
              <a:tailEnd/>
            </a:ln>
            <a:effectLst/>
          </p:spPr>
          <p:txBody>
            <a:bodyPr wrap="square" lIns="72000" tIns="54000" rIns="72000" bIns="54000" rtlCol="0" anchor="ctr">
              <a:spAutoFit/>
            </a:bodyPr>
            <a:lstStyle/>
            <a:p>
              <a:pPr marL="215900" indent="-215900" algn="ctr">
                <a:spcAft>
                  <a:spcPts val="563"/>
                </a:spcAft>
                <a:buClr>
                  <a:schemeClr val="tx2"/>
                </a:buClr>
              </a:pPr>
              <a:endParaRPr lang="en-US" sz="1400"/>
            </a:p>
          </p:txBody>
        </p:sp>
        <p:sp>
          <p:nvSpPr>
            <p:cNvPr id="63" name="ZoneTexte 62"/>
            <p:cNvSpPr txBox="1"/>
            <p:nvPr/>
          </p:nvSpPr>
          <p:spPr>
            <a:xfrm rot="16200000">
              <a:off x="6950611" y="3700607"/>
              <a:ext cx="787396" cy="307778"/>
            </a:xfrm>
            <a:prstGeom prst="rect">
              <a:avLst/>
            </a:prstGeom>
            <a:noFill/>
          </p:spPr>
          <p:txBody>
            <a:bodyPr wrap="none" rtlCol="0">
              <a:spAutoFit/>
            </a:bodyPr>
            <a:lstStyle/>
            <a:p>
              <a:r>
                <a:rPr lang="en-US" sz="1400">
                  <a:solidFill>
                    <a:schemeClr val="bg1"/>
                  </a:solidFill>
                  <a:latin typeface="+mn-lt"/>
                </a:rPr>
                <a:t>Code B’’</a:t>
              </a:r>
            </a:p>
          </p:txBody>
        </p:sp>
      </p:grpSp>
      <p:sp>
        <p:nvSpPr>
          <p:cNvPr id="65" name="ZoneTexte 64"/>
          <p:cNvSpPr txBox="1"/>
          <p:nvPr/>
        </p:nvSpPr>
        <p:spPr>
          <a:xfrm>
            <a:off x="1127470" y="4112343"/>
            <a:ext cx="5672801" cy="307777"/>
          </a:xfrm>
          <a:prstGeom prst="rect">
            <a:avLst/>
          </a:prstGeom>
          <a:noFill/>
        </p:spPr>
        <p:txBody>
          <a:bodyPr wrap="square" rtlCol="0">
            <a:spAutoFit/>
          </a:bodyPr>
          <a:lstStyle/>
          <a:p>
            <a:pPr algn="ctr" defTabSz="914400" eaLnBrk="1" hangingPunct="1">
              <a:spcAft>
                <a:spcPct val="40000"/>
              </a:spcAft>
              <a:buFont typeface="Wingdings" pitchFamily="2" charset="2"/>
              <a:buNone/>
            </a:pPr>
            <a:r>
              <a:rPr lang="en-US" sz="1400" dirty="0">
                <a:solidFill>
                  <a:srgbClr val="000000"/>
                </a:solidFill>
                <a:latin typeface="Calibri" panose="020F0502020204030204"/>
                <a:cs typeface="+mn-cs"/>
              </a:rPr>
              <a:t>Common catalogue for all VIMMP physics </a:t>
            </a:r>
          </a:p>
        </p:txBody>
      </p:sp>
      <p:sp>
        <p:nvSpPr>
          <p:cNvPr id="66" name="Text Box 2"/>
          <p:cNvSpPr txBox="1">
            <a:spLocks noChangeArrowheads="1"/>
          </p:cNvSpPr>
          <p:nvPr/>
        </p:nvSpPr>
        <p:spPr bwMode="auto">
          <a:xfrm>
            <a:off x="10633" y="8898"/>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MDM : UTILISATION DANS LE PROJET VIMMP</a:t>
            </a:r>
          </a:p>
        </p:txBody>
      </p:sp>
    </p:spTree>
    <p:extLst>
      <p:ext uri="{BB962C8B-B14F-4D97-AF65-F5344CB8AC3E}">
        <p14:creationId xmlns:p14="http://schemas.microsoft.com/office/powerpoint/2010/main" val="2840274023"/>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6296025" y="6376988"/>
            <a:ext cx="465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algn="r" eaLnBrk="1" hangingPunct="1">
              <a:buClrTx/>
              <a:buFontTx/>
              <a:buNone/>
            </a:pPr>
            <a:fld id="{E3B4D211-3781-4431-8A5A-8E851BA2CC1B}" type="slidenum">
              <a:rPr lang="fr-FR" altLang="fr-FR" sz="900">
                <a:latin typeface="Times New Roman" panose="02020603050405020304" pitchFamily="18" charset="0"/>
                <a:cs typeface="Arial" panose="020B0604020202020204" pitchFamily="34" charset="0"/>
              </a:rPr>
              <a:pPr algn="r" eaLnBrk="1" hangingPunct="1">
                <a:buClrTx/>
                <a:buFontTx/>
                <a:buNone/>
              </a:pPr>
              <a:t>16</a:t>
            </a:fld>
            <a:endParaRPr lang="fr-FR" altLang="fr-FR" sz="900">
              <a:latin typeface="Times New Roman" panose="02020603050405020304" pitchFamily="18" charset="0"/>
              <a:cs typeface="Arial" panose="020B0604020202020204" pitchFamily="34" charset="0"/>
            </a:endParaRPr>
          </a:p>
        </p:txBody>
      </p:sp>
      <p:sp>
        <p:nvSpPr>
          <p:cNvPr id="4" name="Text Box 2"/>
          <p:cNvSpPr txBox="1">
            <a:spLocks noChangeArrowheads="1"/>
          </p:cNvSpPr>
          <p:nvPr/>
        </p:nvSpPr>
        <p:spPr bwMode="auto">
          <a:xfrm>
            <a:off x="0" y="0"/>
            <a:ext cx="9133367" cy="669851"/>
          </a:xfrm>
          <a:prstGeom prst="rect">
            <a:avLst/>
          </a:prstGeom>
          <a:solidFill>
            <a:schemeClr val="bg2">
              <a:lumMod val="20000"/>
              <a:lumOff val="80000"/>
            </a:schemeClr>
          </a:solidFill>
          <a:ln>
            <a:noFill/>
          </a:ln>
        </p:spPr>
        <p:txBody>
          <a:bodyPr lIns="0" tIns="0" rIns="0" bIns="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7F7F7F"/>
                </a:solidFill>
                <a:latin typeface="Arial" panose="020B0604020202020204" pitchFamily="34" charset="0"/>
                <a:ea typeface="DejaVu Sans" pitchFamily="34" charset="0"/>
                <a:cs typeface="DejaVu Sans" pitchFamily="34" charset="0"/>
              </a:defRPr>
            </a:lvl9pPr>
          </a:lstStyle>
          <a:p>
            <a:pPr marL="180000" eaLnBrk="1" hangingPunct="1">
              <a:spcBef>
                <a:spcPts val="0"/>
              </a:spcBef>
              <a:buClrTx/>
              <a:buSzPct val="45000"/>
            </a:pPr>
            <a:r>
              <a:rPr lang="en-US" altLang="fr-FR" sz="2800" dirty="0">
                <a:solidFill>
                  <a:srgbClr val="001A70"/>
                </a:solidFill>
                <a:cs typeface="Arial" panose="020B0604020202020204" pitchFamily="34" charset="0"/>
              </a:rPr>
              <a:t>PERSPECTIVES</a:t>
            </a:r>
          </a:p>
        </p:txBody>
      </p:sp>
      <p:sp>
        <p:nvSpPr>
          <p:cNvPr id="5" name="Rectangle 4"/>
          <p:cNvSpPr/>
          <p:nvPr/>
        </p:nvSpPr>
        <p:spPr>
          <a:xfrm>
            <a:off x="-1" y="968874"/>
            <a:ext cx="9133367" cy="2793072"/>
          </a:xfrm>
          <a:prstGeom prst="rect">
            <a:avLst/>
          </a:prstGeom>
        </p:spPr>
        <p:txBody>
          <a:bodyPr wrap="square">
            <a:spAutoFit/>
          </a:bodyPr>
          <a:lstStyle/>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Générer des pages html (et non </a:t>
            </a:r>
            <a:r>
              <a:rPr lang="fr-FR" altLang="fr-FR" sz="2000" dirty="0" err="1">
                <a:solidFill>
                  <a:srgbClr val="002060"/>
                </a:solidFill>
                <a:latin typeface="Arial"/>
                <a:cs typeface="Arial"/>
              </a:rPr>
              <a:t>qt</a:t>
            </a:r>
            <a:r>
              <a:rPr lang="fr-FR" altLang="fr-FR" sz="2000" dirty="0">
                <a:solidFill>
                  <a:srgbClr val="002060"/>
                </a:solidFill>
                <a:latin typeface="Arial"/>
                <a:cs typeface="Arial"/>
              </a:rPr>
              <a:t>) </a:t>
            </a:r>
          </a:p>
          <a:p>
            <a:pPr marL="342900" indent="-342900">
              <a:spcBef>
                <a:spcPts val="300"/>
              </a:spcBef>
              <a:spcAft>
                <a:spcPct val="25000"/>
              </a:spcAft>
              <a:buClr>
                <a:srgbClr val="001A70"/>
              </a:buClr>
              <a:buFont typeface="Wingdings" panose="05000000000000000000" pitchFamily="2" charset="2"/>
              <a:buChar char="§"/>
            </a:pPr>
            <a:r>
              <a:rPr lang="fr-FR" altLang="fr-FR" sz="2000" dirty="0">
                <a:solidFill>
                  <a:srgbClr val="002060"/>
                </a:solidFill>
                <a:latin typeface="Arial"/>
                <a:cs typeface="Arial"/>
              </a:rPr>
              <a:t>Automatisation plus poussée avec un lien vers </a:t>
            </a:r>
            <a:r>
              <a:rPr lang="fr-FR" altLang="fr-FR" sz="2000" dirty="0" err="1">
                <a:solidFill>
                  <a:srgbClr val="002060"/>
                </a:solidFill>
                <a:latin typeface="Arial"/>
                <a:cs typeface="Arial"/>
              </a:rPr>
              <a:t>yacsgen</a:t>
            </a:r>
            <a:endParaRPr lang="fr-FR" alt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lvl="1" eaLnBrk="1">
              <a:spcBef>
                <a:spcPts val="300"/>
              </a:spcBef>
              <a:buClr>
                <a:srgbClr val="001A70"/>
              </a:buClr>
              <a:buFont typeface="Wingdings" panose="05000000000000000000" pitchFamily="2" charset="2"/>
              <a:buChar char="Ø"/>
              <a:defRPr/>
            </a:pPr>
            <a:endParaRPr lang="fr-FR" dirty="0">
              <a:solidFill>
                <a:srgbClr val="000000"/>
              </a:solidFill>
              <a:latin typeface="Arial"/>
              <a:cs typeface="Arial"/>
            </a:endParaRPr>
          </a:p>
          <a:p>
            <a:pPr marL="457200" lvl="1" indent="0" eaLnBrk="1">
              <a:spcBef>
                <a:spcPts val="300"/>
              </a:spcBef>
              <a:buClr>
                <a:srgbClr val="001A70"/>
              </a:buClr>
              <a:defRPr/>
            </a:pPr>
            <a:endParaRPr lang="fr-FR" dirty="0">
              <a:solidFill>
                <a:srgbClr val="000000"/>
              </a:solidFill>
              <a:latin typeface="Arial"/>
              <a:cs typeface="Arial"/>
            </a:endParaRPr>
          </a:p>
        </p:txBody>
      </p:sp>
    </p:spTree>
    <p:extLst>
      <p:ext uri="{BB962C8B-B14F-4D97-AF65-F5344CB8AC3E}">
        <p14:creationId xmlns:p14="http://schemas.microsoft.com/office/powerpoint/2010/main" val="1694034489"/>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odèle par défaut">
      <a:majorFont>
        <a:latin typeface="Arial"/>
        <a:ea typeface="DejaVu Sans"/>
        <a:cs typeface="DejaVu Sans"/>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lnDef>
  </a:objectDefaults>
  <a:extraClrSchemeLst>
    <a:extraClrScheme>
      <a:clrScheme name="Modèle par défau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hème 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Calibri" pitchFamily="34" charset="0"/>
          </a:defRPr>
        </a:defPPr>
      </a:lstStyle>
    </a:lnDef>
  </a:objectDefaults>
  <a:extraClrSchemeLst>
    <a:extraClrScheme>
      <a:clrScheme name="Thèm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hèm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hèm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hèm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hèm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hèm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hèm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2018-03-27_VIMMP_Powerpoint-template-4-3">
  <a:themeElements>
    <a:clrScheme name="VIMMP colors">
      <a:dk1>
        <a:srgbClr val="000000"/>
      </a:dk1>
      <a:lt1>
        <a:srgbClr val="FFFFFF"/>
      </a:lt1>
      <a:dk2>
        <a:srgbClr val="12235A"/>
      </a:dk2>
      <a:lt2>
        <a:srgbClr val="ACCBF9"/>
      </a:lt2>
      <a:accent1>
        <a:srgbClr val="009F95"/>
      </a:accent1>
      <a:accent2>
        <a:srgbClr val="00D0CD"/>
      </a:accent2>
      <a:accent3>
        <a:srgbClr val="33D1CB"/>
      </a:accent3>
      <a:accent4>
        <a:srgbClr val="7F8FA9"/>
      </a:accent4>
      <a:accent5>
        <a:srgbClr val="5AA2AE"/>
      </a:accent5>
      <a:accent6>
        <a:srgbClr val="0068A3"/>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wrap="square" lIns="72000" tIns="54000" rIns="72000" bIns="54000">
        <a:spAutoFit/>
      </a:bodyPr>
      <a:lstStyle>
        <a:defPPr marL="215900" indent="-215900">
          <a:spcAft>
            <a:spcPts val="563"/>
          </a:spcAft>
          <a:buClr>
            <a:schemeClr val="tx2"/>
          </a:buClr>
          <a:defRPr sz="1400" dirty="0"/>
        </a:defPPr>
      </a:lstStyle>
    </a:spDef>
    <a:lnDef>
      <a:spPr bwMode="auto">
        <a:noFill/>
        <a:ln w="9525" cap="flat" cmpd="sng" algn="ctr">
          <a:solidFill>
            <a:srgbClr val="179C7D"/>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lle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lle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lle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lle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lle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lle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lle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lle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lle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lle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ullets 13">
        <a:dk1>
          <a:srgbClr val="000000"/>
        </a:dk1>
        <a:lt1>
          <a:srgbClr val="FFFFFF"/>
        </a:lt1>
        <a:dk2>
          <a:srgbClr val="000000"/>
        </a:dk2>
        <a:lt2>
          <a:srgbClr val="A8AFAF"/>
        </a:lt2>
        <a:accent1>
          <a:srgbClr val="009475"/>
        </a:accent1>
        <a:accent2>
          <a:srgbClr val="333399"/>
        </a:accent2>
        <a:accent3>
          <a:srgbClr val="FFFFFF"/>
        </a:accent3>
        <a:accent4>
          <a:srgbClr val="000000"/>
        </a:accent4>
        <a:accent5>
          <a:srgbClr val="AAC8B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llets 14">
        <a:dk1>
          <a:srgbClr val="000000"/>
        </a:dk1>
        <a:lt1>
          <a:srgbClr val="FFFFFF"/>
        </a:lt1>
        <a:dk2>
          <a:srgbClr val="000000"/>
        </a:dk2>
        <a:lt2>
          <a:srgbClr val="A8AFAF"/>
        </a:lt2>
        <a:accent1>
          <a:srgbClr val="009475"/>
        </a:accent1>
        <a:accent2>
          <a:srgbClr val="009475"/>
        </a:accent2>
        <a:accent3>
          <a:srgbClr val="FFFFFF"/>
        </a:accent3>
        <a:accent4>
          <a:srgbClr val="000000"/>
        </a:accent4>
        <a:accent5>
          <a:srgbClr val="AAC8BD"/>
        </a:accent5>
        <a:accent6>
          <a:srgbClr val="008669"/>
        </a:accent6>
        <a:hlink>
          <a:srgbClr val="009475"/>
        </a:hlink>
        <a:folHlink>
          <a:srgbClr val="009475"/>
        </a:folHlink>
      </a:clrScheme>
      <a:clrMap bg1="lt1" tx1="dk1" bg2="lt2" tx2="dk2" accent1="accent1" accent2="accent2" accent3="accent3" accent4="accent4" accent5="accent5" accent6="accent6" hlink="hlink" folHlink="folHlink"/>
    </a:extraClrScheme>
    <a:extraClrScheme>
      <a:clrScheme name="Bullets 15">
        <a:dk1>
          <a:srgbClr val="000000"/>
        </a:dk1>
        <a:lt1>
          <a:srgbClr val="FFFFFF"/>
        </a:lt1>
        <a:dk2>
          <a:srgbClr val="009475"/>
        </a:dk2>
        <a:lt2>
          <a:srgbClr val="A8AFAF"/>
        </a:lt2>
        <a:accent1>
          <a:srgbClr val="25BAE2"/>
        </a:accent1>
        <a:accent2>
          <a:srgbClr val="006E92"/>
        </a:accent2>
        <a:accent3>
          <a:srgbClr val="FFFFFF"/>
        </a:accent3>
        <a:accent4>
          <a:srgbClr val="000000"/>
        </a:accent4>
        <a:accent5>
          <a:srgbClr val="ACD9EE"/>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
      <a:clrScheme name="Bullets 16">
        <a:dk1>
          <a:srgbClr val="000000"/>
        </a:dk1>
        <a:lt1>
          <a:srgbClr val="FFFFFF"/>
        </a:lt1>
        <a:dk2>
          <a:srgbClr val="009475"/>
        </a:dk2>
        <a:lt2>
          <a:srgbClr val="25BAE2"/>
        </a:lt2>
        <a:accent1>
          <a:srgbClr val="009475"/>
        </a:accent1>
        <a:accent2>
          <a:srgbClr val="006E92"/>
        </a:accent2>
        <a:accent3>
          <a:srgbClr val="FFFFFF"/>
        </a:accent3>
        <a:accent4>
          <a:srgbClr val="000000"/>
        </a:accent4>
        <a:accent5>
          <a:srgbClr val="AAC8BD"/>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äsentation1" id="{B91A42FA-D4A7-7045-A010-841FBEADC7D3}" vid="{8894B5FA-A845-8249-9E4E-2E58113B8608}"/>
    </a:ext>
  </a:ext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1853</TotalTime>
  <Words>1178</Words>
  <Application>Microsoft Office PowerPoint</Application>
  <PresentationFormat>Affichage à l'écran (4:3)</PresentationFormat>
  <Paragraphs>336</Paragraphs>
  <Slides>16</Slides>
  <Notes>15</Notes>
  <HiddenSlides>0</HiddenSlides>
  <MMClips>0</MMClips>
  <ScaleCrop>false</ScaleCrop>
  <HeadingPairs>
    <vt:vector size="6" baseType="variant">
      <vt:variant>
        <vt:lpstr>Polices utilisées</vt:lpstr>
      </vt:variant>
      <vt:variant>
        <vt:i4>11</vt:i4>
      </vt:variant>
      <vt:variant>
        <vt:lpstr>Thème</vt:lpstr>
      </vt:variant>
      <vt:variant>
        <vt:i4>3</vt:i4>
      </vt:variant>
      <vt:variant>
        <vt:lpstr>Titres des diapositives</vt:lpstr>
      </vt:variant>
      <vt:variant>
        <vt:i4>16</vt:i4>
      </vt:variant>
    </vt:vector>
  </HeadingPairs>
  <TitlesOfParts>
    <vt:vector size="30" baseType="lpstr">
      <vt:lpstr>Arial</vt:lpstr>
      <vt:lpstr>Arial Black</vt:lpstr>
      <vt:lpstr>Arial,Sans-Serif</vt:lpstr>
      <vt:lpstr>Calibri</vt:lpstr>
      <vt:lpstr>Calibri Light</vt:lpstr>
      <vt:lpstr>Courier New</vt:lpstr>
      <vt:lpstr>DejaVu Sans</vt:lpstr>
      <vt:lpstr>Frutiger LT Com 45 Light</vt:lpstr>
      <vt:lpstr>Frutiger LT Com 55 Roman</vt:lpstr>
      <vt:lpstr>Times New Roman</vt:lpstr>
      <vt:lpstr>Wingdings</vt:lpstr>
      <vt:lpstr>Modèle par défaut</vt:lpstr>
      <vt:lpstr>Thème Office</vt:lpstr>
      <vt:lpstr>3_2018-03-27_VIMMP_Powerpoint-template-4-3</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Chantier Modèle de Données</dc:title>
  <dc:creator>NOYRET Pascale</dc:creator>
  <cp:lastModifiedBy>NOYRET Pascale</cp:lastModifiedBy>
  <cp:revision>195</cp:revision>
  <cp:lastPrinted>1601-01-01T00:00:00Z</cp:lastPrinted>
  <dcterms:created xsi:type="dcterms:W3CDTF">1601-01-01T00:00:00Z</dcterms:created>
  <dcterms:modified xsi:type="dcterms:W3CDTF">2021-03-10T17:34:45Z</dcterms:modified>
</cp:coreProperties>
</file>